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media/image13.svg" ContentType="image/svg+xml"/>
  <Override PartName="/ppt/media/image15.svg" ContentType="image/svg+xml"/>
  <Override PartName="/ppt/media/image17.svg" ContentType="image/svg+xml"/>
  <Override PartName="/ppt/media/image19.svg" ContentType="image/svg+xml"/>
  <Override PartName="/ppt/media/image21.svg" ContentType="image/svg+xml"/>
  <Override PartName="/ppt/media/image23.svg" ContentType="image/svg+xml"/>
  <Override PartName="/ppt/media/image25.svg" ContentType="image/svg+xml"/>
  <Override PartName="/ppt/media/image27.svg" ContentType="image/svg+xml"/>
  <Override PartName="/ppt/media/image29.svg" ContentType="image/svg+xml"/>
  <Override PartName="/ppt/media/image31.svg" ContentType="image/svg+xml"/>
  <Override PartName="/ppt/media/image32.svg" ContentType="image/svg+xml"/>
  <Override PartName="/ppt/media/image34.svg" ContentType="image/svg+xml"/>
  <Override PartName="/ppt/media/image36.svg" ContentType="image/svg+xml"/>
  <Override PartName="/ppt/media/image37.svg" ContentType="image/svg+xml"/>
  <Override PartName="/ppt/media/image38.svg" ContentType="image/svg+xml"/>
  <Override PartName="/ppt/media/image39.svg" ContentType="image/svg+xml"/>
  <Override PartName="/ppt/media/image40.svg" ContentType="image/svg+xml"/>
  <Override PartName="/ppt/media/image41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2" r:id="rId3"/>
  </p:sldMasterIdLst>
  <p:notesMasterIdLst>
    <p:notesMasterId r:id="rId5"/>
  </p:notesMasterIdLst>
  <p:sldIdLst>
    <p:sldId id="256" r:id="rId4"/>
    <p:sldId id="257" r:id="rId6"/>
    <p:sldId id="272" r:id="rId7"/>
    <p:sldId id="259" r:id="rId8"/>
    <p:sldId id="274" r:id="rId9"/>
    <p:sldId id="265" r:id="rId10"/>
    <p:sldId id="266" r:id="rId11"/>
    <p:sldId id="261" r:id="rId12"/>
    <p:sldId id="262" r:id="rId13"/>
    <p:sldId id="275" r:id="rId14"/>
    <p:sldId id="277" r:id="rId15"/>
    <p:sldId id="281" r:id="rId16"/>
    <p:sldId id="287" r:id="rId17"/>
    <p:sldId id="288" r:id="rId18"/>
    <p:sldId id="290" r:id="rId19"/>
    <p:sldId id="292" r:id="rId20"/>
    <p:sldId id="294" r:id="rId21"/>
    <p:sldId id="296" r:id="rId22"/>
    <p:sldId id="299" r:id="rId23"/>
    <p:sldId id="279" r:id="rId24"/>
    <p:sldId id="270" r:id="rId25"/>
    <p:sldId id="268" r:id="rId26"/>
    <p:sldId id="264" r:id="rId27"/>
  </p:sldIdLst>
  <p:sldSz cx="12192000" cy="6858000"/>
  <p:notesSz cx="6858000" cy="9144000"/>
  <p:custDataLst>
    <p:tags r:id="rId32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8" userDrawn="1">
          <p15:clr>
            <a:srgbClr val="A4A3A4"/>
          </p15:clr>
        </p15:guide>
        <p15:guide id="2" pos="3848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WPS" initials="W" lastIdx="1" clrIdx="0"/>
  <p:cmAuthor id="2" name="作者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1" d="2"/>
          <a:sy n="1" d="2"/>
        </p:scale>
        <p:origin x="0" y="0"/>
      </p:cViewPr>
      <p:guideLst>
        <p:guide orient="horz" pos="2168"/>
        <p:guide pos="3848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2" Type="http://schemas.openxmlformats.org/officeDocument/2006/relationships/tags" Target="tags/tag163.xml"/><Relationship Id="rId31" Type="http://schemas.openxmlformats.org/officeDocument/2006/relationships/commentAuthors" Target="commentAuthors.xml"/><Relationship Id="rId30" Type="http://schemas.openxmlformats.org/officeDocument/2006/relationships/tableStyles" Target="tableStyles.xml"/><Relationship Id="rId3" Type="http://schemas.openxmlformats.org/officeDocument/2006/relationships/slideMaster" Target="slideMasters/slideMaster2.xml"/><Relationship Id="rId29" Type="http://schemas.openxmlformats.org/officeDocument/2006/relationships/viewProps" Target="viewProps.xml"/><Relationship Id="rId28" Type="http://schemas.openxmlformats.org/officeDocument/2006/relationships/presProps" Target="presProps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3F4C82-C2E4-B543-8475-BD56381FBFD2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F5093F-09A4-C64B-A363-EE9B37DE08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7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8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BE2352-F20B-45C8-8657-AC9A9BE194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19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strike="noStrike"/>
          </a:p>
        </p:txBody>
      </p:sp>
      <p:sp>
        <p:nvSpPr>
          <p:cNvPr id="20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fld id="{7404BCFC-A595-EB4C-8BDE-48041AD5F3D2}" type="slidenum">
              <a:rPr kumimoji="1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</a:fld>
            <a:endParaRPr kumimoji="1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19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strike="noStrike"/>
          </a:p>
        </p:txBody>
      </p:sp>
      <p:sp>
        <p:nvSpPr>
          <p:cNvPr id="20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fld id="{7404BCFC-A595-EB4C-8BDE-48041AD5F3D2}" type="slidenum">
              <a:rPr kumimoji="1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</a:fld>
            <a:endParaRPr kumimoji="1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19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strike="noStrike"/>
          </a:p>
        </p:txBody>
      </p:sp>
      <p:sp>
        <p:nvSpPr>
          <p:cNvPr id="20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fld id="{7404BCFC-A595-EB4C-8BDE-48041AD5F3D2}" type="slidenum">
              <a:rPr kumimoji="1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</a:fld>
            <a:endParaRPr kumimoji="1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19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strike="noStrike"/>
          </a:p>
        </p:txBody>
      </p:sp>
      <p:sp>
        <p:nvSpPr>
          <p:cNvPr id="20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fld id="{7404BCFC-A595-EB4C-8BDE-48041AD5F3D2}" type="slidenum">
              <a:rPr kumimoji="1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</a:fld>
            <a:endParaRPr kumimoji="1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19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strike="noStrike"/>
          </a:p>
        </p:txBody>
      </p:sp>
      <p:sp>
        <p:nvSpPr>
          <p:cNvPr id="20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fld id="{7404BCFC-A595-EB4C-8BDE-48041AD5F3D2}" type="slidenum">
              <a:rPr kumimoji="1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</a:fld>
            <a:endParaRPr kumimoji="1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F5093F-09A4-C64B-A363-EE9B37DE08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F2403-3A2B-7341-859C-AF9A1DF858CC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79002-77F2-A247-957C-A41EAB498415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9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10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F2403-3A2B-7341-859C-AF9A1DF858CC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11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79002-77F2-A247-957C-A41EAB498415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27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</p:txBody>
      </p:sp>
      <p:sp>
        <p:nvSpPr>
          <p:cNvPr id="28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F2403-3A2B-7341-859C-AF9A1DF858CC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29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30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79002-77F2-A247-957C-A41EAB498415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3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3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F2403-3A2B-7341-859C-AF9A1DF858CC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3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3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79002-77F2-A247-957C-A41EAB498415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4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</p:txBody>
      </p:sp>
      <p:sp>
        <p:nvSpPr>
          <p:cNvPr id="41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42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</p:txBody>
      </p:sp>
      <p:sp>
        <p:nvSpPr>
          <p:cNvPr id="43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44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F2403-3A2B-7341-859C-AF9A1DF858CC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45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6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79002-77F2-A247-957C-A41EAB498415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49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F2403-3A2B-7341-859C-AF9A1DF858CC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0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1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79002-77F2-A247-957C-A41EAB498415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F2403-3A2B-7341-859C-AF9A1DF858CC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4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5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79002-77F2-A247-957C-A41EAB498415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58" name="Content Placeholder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59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</p:txBody>
      </p:sp>
      <p:sp>
        <p:nvSpPr>
          <p:cNvPr id="60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F2403-3A2B-7341-859C-AF9A1DF858CC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61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2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79002-77F2-A247-957C-A41EAB498415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65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/>
          </a:p>
        </p:txBody>
      </p:sp>
      <p:sp>
        <p:nvSpPr>
          <p:cNvPr id="66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</p:txBody>
      </p:sp>
      <p:sp>
        <p:nvSpPr>
          <p:cNvPr id="6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F2403-3A2B-7341-859C-AF9A1DF858CC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68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9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79002-77F2-A247-957C-A41EAB498415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72" name="Vertical Text Placeholder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7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F2403-3A2B-7341-859C-AF9A1DF858CC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7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79002-77F2-A247-957C-A41EAB498415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15" name="Vertical Text Placeholder 2"/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16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F2403-3A2B-7341-859C-AF9A1DF858CC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1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1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79002-77F2-A247-957C-A41EAB498415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封面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图片 2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64" y="0"/>
            <a:ext cx="12188635" cy="685989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内容页_空白页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el 1"/>
          <p:cNvSpPr>
            <a:spLocks noGrp="1"/>
          </p:cNvSpPr>
          <p:nvPr>
            <p:ph type="title" hasCustomPrompt="1"/>
          </p:nvPr>
        </p:nvSpPr>
        <p:spPr>
          <a:xfrm>
            <a:off x="1445698" y="267878"/>
            <a:ext cx="9300603" cy="611450"/>
          </a:xfrm>
        </p:spPr>
        <p:txBody>
          <a:bodyPr wrap="square" lIns="0" tIns="0" bIns="46800" anchor="t">
            <a:spAutoFit/>
          </a:bodyPr>
          <a:lstStyle>
            <a:lvl1pPr algn="l">
              <a:lnSpc>
                <a:spcPct val="125000"/>
              </a:lnSpc>
              <a:defRPr sz="3200" b="0" i="0">
                <a:solidFill>
                  <a:schemeClr val="tx1"/>
                </a:solidFill>
                <a:latin typeface="vivo Sans" panose="02000500000000000000" pitchFamily="2" charset="-122"/>
                <a:ea typeface="vivo Sans" panose="02000500000000000000" pitchFamily="2" charset="-122"/>
                <a:cs typeface="vivo Sans" panose="02000500000000000000" pitchFamily="2" charset="-122"/>
              </a:defRPr>
            </a:lvl1pPr>
          </a:lstStyle>
          <a:p>
            <a:r>
              <a:rPr lang="zh-CN" altLang="en-US" noProof="0"/>
              <a:t> </a:t>
            </a:r>
            <a:endParaRPr lang="en-GB" noProof="0"/>
          </a:p>
        </p:txBody>
      </p:sp>
      <p:pic>
        <p:nvPicPr>
          <p:cNvPr id="23" name="图片 1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6762753"/>
            <a:ext cx="12192000" cy="95249"/>
          </a:xfrm>
          <a:prstGeom prst="rect">
            <a:avLst/>
          </a:prstGeom>
        </p:spPr>
      </p:pic>
      <p:pic>
        <p:nvPicPr>
          <p:cNvPr id="24" name="图片 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9949" y="270808"/>
            <a:ext cx="981676" cy="56711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图片 1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020301" y="5676389"/>
            <a:ext cx="987667" cy="1078097"/>
          </a:xfrm>
          <a:prstGeom prst="rect">
            <a:avLst/>
          </a:prstGeom>
        </p:spPr>
      </p:pic>
      <p:sp>
        <p:nvSpPr>
          <p:cNvPr id="78" name="矩形 14"/>
          <p:cNvSpPr/>
          <p:nvPr userDrawn="1"/>
        </p:nvSpPr>
        <p:spPr>
          <a:xfrm>
            <a:off x="10733988" y="5580667"/>
            <a:ext cx="1458011" cy="1277332"/>
          </a:xfrm>
          <a:prstGeom prst="rect">
            <a:avLst/>
          </a:prstGeom>
          <a:solidFill>
            <a:schemeClr val="bg1">
              <a:alpha val="62882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79" name="Titel 1"/>
          <p:cNvSpPr>
            <a:spLocks noGrp="1"/>
          </p:cNvSpPr>
          <p:nvPr>
            <p:ph type="title" hasCustomPrompt="1"/>
          </p:nvPr>
        </p:nvSpPr>
        <p:spPr>
          <a:xfrm>
            <a:off x="1445698" y="267878"/>
            <a:ext cx="9300603" cy="611450"/>
          </a:xfrm>
        </p:spPr>
        <p:txBody>
          <a:bodyPr wrap="square" lIns="0" tIns="0" bIns="46800" anchor="t">
            <a:spAutoFit/>
          </a:bodyPr>
          <a:lstStyle>
            <a:lvl1pPr algn="l">
              <a:lnSpc>
                <a:spcPct val="125000"/>
              </a:lnSpc>
              <a:defRPr sz="3200" b="1" i="0">
                <a:solidFill>
                  <a:schemeClr val="tx1">
                    <a:lumMod val="75000"/>
                    <a:lumOff val="25000"/>
                  </a:schemeClr>
                </a:solidFill>
                <a:latin typeface="vivo Sans Bold" panose="02000500000000000000" pitchFamily="2" charset="-122"/>
                <a:ea typeface="vivo Sans Bold" panose="02000500000000000000" pitchFamily="2" charset="-122"/>
                <a:cs typeface="vivo Sans Bold" panose="02000500000000000000" pitchFamily="2" charset="-122"/>
              </a:defRPr>
            </a:lvl1pPr>
          </a:lstStyle>
          <a:p>
            <a:endParaRPr lang="en-GB" noProof="0"/>
          </a:p>
        </p:txBody>
      </p:sp>
      <p:pic>
        <p:nvPicPr>
          <p:cNvPr id="80" name="图片 3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9949" y="270808"/>
            <a:ext cx="981676" cy="56711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文本框 5"/>
          <p:cNvSpPr txBox="1"/>
          <p:nvPr userDrawn="1"/>
        </p:nvSpPr>
        <p:spPr>
          <a:xfrm>
            <a:off x="9328359" y="183498"/>
            <a:ext cx="2743199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kumimoji="1" lang="zh-CN" altLang="en-US" sz="2400"/>
          </a:p>
        </p:txBody>
      </p:sp>
      <p:pic>
        <p:nvPicPr>
          <p:cNvPr id="83" name="图片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020301" y="5676389"/>
            <a:ext cx="987667" cy="1078097"/>
          </a:xfrm>
          <a:prstGeom prst="rect">
            <a:avLst/>
          </a:prstGeom>
        </p:spPr>
      </p:pic>
      <p:sp>
        <p:nvSpPr>
          <p:cNvPr id="84" name="矩形 8"/>
          <p:cNvSpPr/>
          <p:nvPr userDrawn="1"/>
        </p:nvSpPr>
        <p:spPr>
          <a:xfrm>
            <a:off x="10733988" y="5580667"/>
            <a:ext cx="1458011" cy="1277332"/>
          </a:xfrm>
          <a:prstGeom prst="rect">
            <a:avLst/>
          </a:prstGeom>
          <a:solidFill>
            <a:schemeClr val="bg1">
              <a:alpha val="62882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2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文本框 5"/>
          <p:cNvSpPr txBox="1"/>
          <p:nvPr userDrawn="1"/>
        </p:nvSpPr>
        <p:spPr>
          <a:xfrm>
            <a:off x="9328359" y="183498"/>
            <a:ext cx="2743199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kumimoji="1" lang="zh-CN" altLang="en-US" sz="2400"/>
          </a:p>
        </p:txBody>
      </p:sp>
      <p:pic>
        <p:nvPicPr>
          <p:cNvPr id="87" name="图片 33"/>
          <p:cNvPicPr>
            <a:picLocks noChangeAspect="1"/>
          </p:cNvPicPr>
          <p:nvPr userDrawn="1"/>
        </p:nvPicPr>
        <p:blipFill rotWithShape="1">
          <a:blip r:embed="rId2"/>
          <a:srcRect b="34876"/>
          <a:stretch>
            <a:fillRect/>
          </a:stretch>
        </p:blipFill>
        <p:spPr>
          <a:xfrm>
            <a:off x="914400" y="5022954"/>
            <a:ext cx="10363200" cy="183504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文本框 4"/>
          <p:cNvSpPr txBox="1"/>
          <p:nvPr userDrawn="1"/>
        </p:nvSpPr>
        <p:spPr>
          <a:xfrm>
            <a:off x="9328359" y="183498"/>
            <a:ext cx="2743199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kumimoji="1" lang="zh-CN" altLang="en-US" sz="2400"/>
          </a:p>
        </p:txBody>
      </p:sp>
      <p:pic>
        <p:nvPicPr>
          <p:cNvPr id="90" name="图片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562581" y="1228647"/>
            <a:ext cx="6630313" cy="3830317"/>
          </a:xfrm>
          <a:prstGeom prst="rect">
            <a:avLst/>
          </a:prstGeom>
        </p:spPr>
      </p:pic>
      <p:sp>
        <p:nvSpPr>
          <p:cNvPr id="91" name="矩形 9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图片 10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页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itel 1"/>
          <p:cNvSpPr>
            <a:spLocks noGrp="1"/>
          </p:cNvSpPr>
          <p:nvPr>
            <p:ph type="title" hasCustomPrompt="1"/>
          </p:nvPr>
        </p:nvSpPr>
        <p:spPr>
          <a:xfrm>
            <a:off x="289281" y="235741"/>
            <a:ext cx="11568287" cy="1365673"/>
          </a:xfrm>
        </p:spPr>
        <p:txBody>
          <a:bodyPr wrap="square" lIns="0" tIns="0" rIns="0" bIns="0" anchor="t">
            <a:spAutoFit/>
          </a:bodyPr>
          <a:lstStyle>
            <a:lvl1pPr algn="l">
              <a:lnSpc>
                <a:spcPct val="125000"/>
              </a:lnSpc>
              <a:defRPr sz="3735" b="0" i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lang="zh-CN" altLang="en-US" noProof="0"/>
              <a:t>目录</a:t>
            </a:r>
            <a:br>
              <a:rPr lang="en-US" altLang="zh-CN" noProof="0"/>
            </a:br>
            <a:endParaRPr lang="en-GB" noProof="0"/>
          </a:p>
        </p:txBody>
      </p:sp>
      <p:sp>
        <p:nvSpPr>
          <p:cNvPr id="96" name="Inhaltsplatzhalter 2"/>
          <p:cNvSpPr>
            <a:spLocks noGrp="1"/>
          </p:cNvSpPr>
          <p:nvPr>
            <p:ph idx="16" hasCustomPrompt="1"/>
          </p:nvPr>
        </p:nvSpPr>
        <p:spPr>
          <a:xfrm>
            <a:off x="3263900" y="2592691"/>
            <a:ext cx="5664200" cy="3909711"/>
          </a:xfrm>
        </p:spPr>
        <p:txBody>
          <a:bodyPr vert="horz" lIns="0" tIns="0" rIns="0" bIns="0" rtlCol="0" anchor="t" anchorCtr="0">
            <a:noAutofit/>
          </a:bodyPr>
          <a:lstStyle>
            <a:lvl1pPr marL="304800" indent="-304800" algn="l" hangingPunct="0">
              <a:lnSpc>
                <a:spcPct val="150000"/>
              </a:lnSpc>
              <a:buFont typeface="+mj-lt"/>
              <a:buAutoNum type="arabicPeriod"/>
              <a:defRPr lang="de-DE" sz="2135" b="0" i="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ea typeface="+mn-ea"/>
              </a:defRPr>
            </a:lvl1pPr>
            <a:lvl2pPr marL="0" marR="0" indent="0" algn="l" defTabSz="914400" rtl="0" eaLnBrk="1" fontAlgn="auto" latinLnBrk="0" hangingPunct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系统字体常规体"/>
              <a:buChar char="-"/>
              <a:defRPr lang="de-DE" sz="2135" b="0" i="0" dirty="0" smtClean="0">
                <a:solidFill>
                  <a:schemeClr val="tx1"/>
                </a:solidFill>
                <a:latin typeface="+mn-ea"/>
                <a:ea typeface="+mn-ea"/>
              </a:defRPr>
            </a:lvl2pPr>
            <a:lvl3pPr>
              <a:lnSpc>
                <a:spcPct val="125000"/>
              </a:lnSpc>
              <a:defRPr lang="de-DE" sz="1335" dirty="0" smtClean="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 lang="de-DE" sz="1600" dirty="0" smtClean="0"/>
            </a:lvl4pPr>
            <a:lvl5pPr>
              <a:defRPr lang="de-DE" sz="1600" dirty="0"/>
            </a:lvl5pPr>
          </a:lstStyle>
          <a:p>
            <a:pPr lvl="0"/>
            <a:r>
              <a:rPr lang="zh-CN" altLang="en-US"/>
              <a:t>编辑题目</a:t>
            </a:r>
            <a:r>
              <a:rPr lang="en-US" altLang="zh-CN"/>
              <a:t> 16pt</a:t>
            </a:r>
            <a:endParaRPr lang="en-US" altLang="zh-CN"/>
          </a:p>
          <a:p>
            <a:pPr lvl="0"/>
            <a:r>
              <a:rPr lang="zh-CN" altLang="en-US"/>
              <a:t>编辑题目</a:t>
            </a:r>
            <a:endParaRPr lang="en-US" altLang="zh-CN"/>
          </a:p>
          <a:p>
            <a:pPr lvl="0"/>
            <a:r>
              <a:rPr lang="zh-CN" altLang="en-US"/>
              <a:t>编辑题目</a:t>
            </a:r>
            <a:endParaRPr lang="zh-CN" altLang="en-US"/>
          </a:p>
          <a:p>
            <a:pPr lvl="1"/>
            <a:endParaRPr lang="zh-CN" alt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内容页_空白页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itel 1"/>
          <p:cNvSpPr>
            <a:spLocks noGrp="1"/>
          </p:cNvSpPr>
          <p:nvPr>
            <p:ph type="title" hasCustomPrompt="1"/>
          </p:nvPr>
        </p:nvSpPr>
        <p:spPr>
          <a:xfrm>
            <a:off x="1445698" y="267878"/>
            <a:ext cx="9300603" cy="611450"/>
          </a:xfrm>
        </p:spPr>
        <p:txBody>
          <a:bodyPr wrap="square" lIns="0" tIns="0" bIns="46800" anchor="t">
            <a:spAutoFit/>
          </a:bodyPr>
          <a:lstStyle>
            <a:lvl1pPr algn="l">
              <a:lnSpc>
                <a:spcPct val="125000"/>
              </a:lnSpc>
              <a:defRPr sz="3200" b="1" i="0">
                <a:solidFill>
                  <a:schemeClr val="tx1">
                    <a:lumMod val="75000"/>
                    <a:lumOff val="25000"/>
                  </a:schemeClr>
                </a:solidFill>
                <a:latin typeface="vivo Sans Bold" panose="02000500000000000000" pitchFamily="2" charset="-122"/>
                <a:ea typeface="vivo Sans Bold" panose="02000500000000000000" pitchFamily="2" charset="-122"/>
                <a:cs typeface="vivo Sans Bold" panose="02000500000000000000" pitchFamily="2" charset="-122"/>
              </a:defRPr>
            </a:lvl1pPr>
          </a:lstStyle>
          <a:p>
            <a:endParaRPr lang="en-GB" noProof="0"/>
          </a:p>
        </p:txBody>
      </p:sp>
      <p:pic>
        <p:nvPicPr>
          <p:cNvPr id="99" name="图片 2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9949" y="270808"/>
            <a:ext cx="981676" cy="56711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4" Type="http://schemas.openxmlformats.org/officeDocument/2006/relationships/theme" Target="../theme/theme1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7" Type="http://schemas.openxmlformats.org/officeDocument/2006/relationships/slideLayout" Target="../slideLayouts/slideLayout20.xml"/><Relationship Id="rId6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7F2403-3A2B-7341-859C-AF9A1DF858CC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479002-77F2-A247-957C-A41EAB498415}" type="slidenum">
              <a:rPr kumimoji="1" lang="zh-CN" altLang="en-US" smtClean="0"/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9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vivo Sans" panose="02000500000000000000" pitchFamily="2" charset="-122"/>
          <a:ea typeface="vivo Sans" panose="02000500000000000000" pitchFamily="2" charset="-122"/>
          <a:cs typeface="vivo Sans" panose="02000500000000000000" pitchFamily="2" charset="-122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vivo Sans" panose="02000500000000000000" pitchFamily="2" charset="-122"/>
          <a:ea typeface="vivo Sans" panose="02000500000000000000" pitchFamily="2" charset="-122"/>
          <a:cs typeface="vivo Sans" panose="02000500000000000000" pitchFamily="2" charset="-122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vivo Sans" panose="02000500000000000000" pitchFamily="2" charset="-122"/>
          <a:ea typeface="vivo Sans" panose="02000500000000000000" pitchFamily="2" charset="-122"/>
          <a:cs typeface="vivo Sans" panose="02000500000000000000" pitchFamily="2" charset="-122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vivo Sans" panose="02000500000000000000" pitchFamily="2" charset="-122"/>
          <a:ea typeface="vivo Sans" panose="02000500000000000000" pitchFamily="2" charset="-122"/>
          <a:cs typeface="vivo Sans" panose="02000500000000000000" pitchFamily="2" charset="-122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vivo Sans" panose="02000500000000000000" pitchFamily="2" charset="-122"/>
          <a:ea typeface="vivo Sans" panose="02000500000000000000" pitchFamily="2" charset="-122"/>
          <a:cs typeface="vivo Sans" panose="02000500000000000000" pitchFamily="2" charset="-122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vivo Sans" panose="02000500000000000000" pitchFamily="2" charset="-122"/>
          <a:ea typeface="vivo Sans" panose="02000500000000000000" pitchFamily="2" charset="-122"/>
          <a:cs typeface="vivo Sans" panose="02000500000000000000" pitchFamily="2" charset="-122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7.xml"/><Relationship Id="rId8" Type="http://schemas.openxmlformats.org/officeDocument/2006/relationships/image" Target="../media/image8.svg"/><Relationship Id="rId7" Type="http://schemas.openxmlformats.org/officeDocument/2006/relationships/image" Target="../media/image7.png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2" Type="http://schemas.openxmlformats.org/officeDocument/2006/relationships/notesSlide" Target="../notesSlides/notesSlide2.xml"/><Relationship Id="rId11" Type="http://schemas.openxmlformats.org/officeDocument/2006/relationships/slideLayout" Target="../slideLayouts/slideLayout13.xml"/><Relationship Id="rId10" Type="http://schemas.openxmlformats.org/officeDocument/2006/relationships/tags" Target="../tags/tag8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3.xml"/><Relationship Id="rId8" Type="http://schemas.openxmlformats.org/officeDocument/2006/relationships/slideLayout" Target="../slideLayouts/slideLayout16.xml"/><Relationship Id="rId7" Type="http://schemas.openxmlformats.org/officeDocument/2006/relationships/tags" Target="../tags/tag14.xml"/><Relationship Id="rId6" Type="http://schemas.openxmlformats.org/officeDocument/2006/relationships/tags" Target="../tags/tag13.xml"/><Relationship Id="rId5" Type="http://schemas.openxmlformats.org/officeDocument/2006/relationships/tags" Target="../tags/tag12.xml"/><Relationship Id="rId4" Type="http://schemas.openxmlformats.org/officeDocument/2006/relationships/tags" Target="../tags/tag11.xml"/><Relationship Id="rId3" Type="http://schemas.openxmlformats.org/officeDocument/2006/relationships/tags" Target="../tags/tag10.xml"/><Relationship Id="rId2" Type="http://schemas.openxmlformats.org/officeDocument/2006/relationships/image" Target="../media/image9.png"/><Relationship Id="rId1" Type="http://schemas.openxmlformats.org/officeDocument/2006/relationships/tags" Target="../tags/tag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0.xml"/><Relationship Id="rId3" Type="http://schemas.openxmlformats.org/officeDocument/2006/relationships/image" Target="../media/image10.png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0.xml"/><Relationship Id="rId1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tags" Target="../tags/tag25.xml"/><Relationship Id="rId8" Type="http://schemas.openxmlformats.org/officeDocument/2006/relationships/tags" Target="../tags/tag24.xml"/><Relationship Id="rId7" Type="http://schemas.openxmlformats.org/officeDocument/2006/relationships/tags" Target="../tags/tag23.xml"/><Relationship Id="rId6" Type="http://schemas.openxmlformats.org/officeDocument/2006/relationships/tags" Target="../tags/tag22.xml"/><Relationship Id="rId5" Type="http://schemas.openxmlformats.org/officeDocument/2006/relationships/tags" Target="../tags/tag21.xml"/><Relationship Id="rId4" Type="http://schemas.openxmlformats.org/officeDocument/2006/relationships/tags" Target="../tags/tag20.xml"/><Relationship Id="rId3" Type="http://schemas.openxmlformats.org/officeDocument/2006/relationships/tags" Target="../tags/tag19.xml"/><Relationship Id="rId26" Type="http://schemas.openxmlformats.org/officeDocument/2006/relationships/notesSlide" Target="../notesSlides/notesSlide5.xml"/><Relationship Id="rId25" Type="http://schemas.openxmlformats.org/officeDocument/2006/relationships/slideLayout" Target="../slideLayouts/slideLayout20.xml"/><Relationship Id="rId24" Type="http://schemas.openxmlformats.org/officeDocument/2006/relationships/tags" Target="../tags/tag34.xml"/><Relationship Id="rId23" Type="http://schemas.openxmlformats.org/officeDocument/2006/relationships/tags" Target="../tags/tag33.xml"/><Relationship Id="rId22" Type="http://schemas.openxmlformats.org/officeDocument/2006/relationships/tags" Target="../tags/tag32.xml"/><Relationship Id="rId21" Type="http://schemas.openxmlformats.org/officeDocument/2006/relationships/tags" Target="../tags/tag31.xml"/><Relationship Id="rId20" Type="http://schemas.openxmlformats.org/officeDocument/2006/relationships/image" Target="../media/image17.svg"/><Relationship Id="rId2" Type="http://schemas.openxmlformats.org/officeDocument/2006/relationships/tags" Target="../tags/tag18.xml"/><Relationship Id="rId19" Type="http://schemas.openxmlformats.org/officeDocument/2006/relationships/image" Target="../media/image16.png"/><Relationship Id="rId18" Type="http://schemas.openxmlformats.org/officeDocument/2006/relationships/tags" Target="../tags/tag30.xml"/><Relationship Id="rId17" Type="http://schemas.openxmlformats.org/officeDocument/2006/relationships/image" Target="../media/image15.svg"/><Relationship Id="rId16" Type="http://schemas.openxmlformats.org/officeDocument/2006/relationships/image" Target="../media/image14.png"/><Relationship Id="rId15" Type="http://schemas.openxmlformats.org/officeDocument/2006/relationships/tags" Target="../tags/tag29.xml"/><Relationship Id="rId14" Type="http://schemas.openxmlformats.org/officeDocument/2006/relationships/image" Target="../media/image13.svg"/><Relationship Id="rId13" Type="http://schemas.openxmlformats.org/officeDocument/2006/relationships/image" Target="../media/image12.png"/><Relationship Id="rId12" Type="http://schemas.openxmlformats.org/officeDocument/2006/relationships/tags" Target="../tags/tag28.xml"/><Relationship Id="rId11" Type="http://schemas.openxmlformats.org/officeDocument/2006/relationships/tags" Target="../tags/tag27.xml"/><Relationship Id="rId10" Type="http://schemas.openxmlformats.org/officeDocument/2006/relationships/tags" Target="../tags/tag26.xml"/><Relationship Id="rId1" Type="http://schemas.openxmlformats.org/officeDocument/2006/relationships/tags" Target="../tags/tag17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43.xml"/><Relationship Id="rId8" Type="http://schemas.openxmlformats.org/officeDocument/2006/relationships/tags" Target="../tags/tag42.xml"/><Relationship Id="rId7" Type="http://schemas.openxmlformats.org/officeDocument/2006/relationships/tags" Target="../tags/tag41.xml"/><Relationship Id="rId6" Type="http://schemas.openxmlformats.org/officeDocument/2006/relationships/tags" Target="../tags/tag40.xml"/><Relationship Id="rId5" Type="http://schemas.openxmlformats.org/officeDocument/2006/relationships/tags" Target="../tags/tag39.xml"/><Relationship Id="rId4" Type="http://schemas.openxmlformats.org/officeDocument/2006/relationships/tags" Target="../tags/tag38.xml"/><Relationship Id="rId3" Type="http://schemas.openxmlformats.org/officeDocument/2006/relationships/tags" Target="../tags/tag37.xml"/><Relationship Id="rId26" Type="http://schemas.openxmlformats.org/officeDocument/2006/relationships/notesSlide" Target="../notesSlides/notesSlide6.xml"/><Relationship Id="rId25" Type="http://schemas.openxmlformats.org/officeDocument/2006/relationships/slideLayout" Target="../slideLayouts/slideLayout20.xml"/><Relationship Id="rId24" Type="http://schemas.openxmlformats.org/officeDocument/2006/relationships/tags" Target="../tags/tag52.xml"/><Relationship Id="rId23" Type="http://schemas.openxmlformats.org/officeDocument/2006/relationships/image" Target="../media/image23.svg"/><Relationship Id="rId22" Type="http://schemas.openxmlformats.org/officeDocument/2006/relationships/image" Target="../media/image22.png"/><Relationship Id="rId21" Type="http://schemas.openxmlformats.org/officeDocument/2006/relationships/tags" Target="../tags/tag51.xml"/><Relationship Id="rId20" Type="http://schemas.openxmlformats.org/officeDocument/2006/relationships/image" Target="../media/image21.svg"/><Relationship Id="rId2" Type="http://schemas.openxmlformats.org/officeDocument/2006/relationships/tags" Target="../tags/tag36.xml"/><Relationship Id="rId19" Type="http://schemas.openxmlformats.org/officeDocument/2006/relationships/image" Target="../media/image20.png"/><Relationship Id="rId18" Type="http://schemas.openxmlformats.org/officeDocument/2006/relationships/tags" Target="../tags/tag50.xml"/><Relationship Id="rId17" Type="http://schemas.openxmlformats.org/officeDocument/2006/relationships/tags" Target="../tags/tag49.xml"/><Relationship Id="rId16" Type="http://schemas.openxmlformats.org/officeDocument/2006/relationships/image" Target="../media/image19.svg"/><Relationship Id="rId15" Type="http://schemas.openxmlformats.org/officeDocument/2006/relationships/image" Target="../media/image18.png"/><Relationship Id="rId14" Type="http://schemas.openxmlformats.org/officeDocument/2006/relationships/tags" Target="../tags/tag48.xml"/><Relationship Id="rId13" Type="http://schemas.openxmlformats.org/officeDocument/2006/relationships/tags" Target="../tags/tag47.xml"/><Relationship Id="rId12" Type="http://schemas.openxmlformats.org/officeDocument/2006/relationships/tags" Target="../tags/tag46.xml"/><Relationship Id="rId11" Type="http://schemas.openxmlformats.org/officeDocument/2006/relationships/tags" Target="../tags/tag45.xml"/><Relationship Id="rId10" Type="http://schemas.openxmlformats.org/officeDocument/2006/relationships/tags" Target="../tags/tag44.xml"/><Relationship Id="rId1" Type="http://schemas.openxmlformats.org/officeDocument/2006/relationships/tags" Target="../tags/tag35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tags" Target="../tags/tag60.xml"/><Relationship Id="rId7" Type="http://schemas.openxmlformats.org/officeDocument/2006/relationships/tags" Target="../tags/tag59.xml"/><Relationship Id="rId6" Type="http://schemas.openxmlformats.org/officeDocument/2006/relationships/tags" Target="../tags/tag58.xml"/><Relationship Id="rId5" Type="http://schemas.openxmlformats.org/officeDocument/2006/relationships/tags" Target="../tags/tag57.xml"/><Relationship Id="rId4" Type="http://schemas.openxmlformats.org/officeDocument/2006/relationships/tags" Target="../tags/tag56.xml"/><Relationship Id="rId3" Type="http://schemas.openxmlformats.org/officeDocument/2006/relationships/tags" Target="../tags/tag55.xml"/><Relationship Id="rId2" Type="http://schemas.openxmlformats.org/officeDocument/2006/relationships/tags" Target="../tags/tag54.xml"/><Relationship Id="rId10" Type="http://schemas.openxmlformats.org/officeDocument/2006/relationships/notesSlide" Target="../notesSlides/notesSlide7.xml"/><Relationship Id="rId1" Type="http://schemas.openxmlformats.org/officeDocument/2006/relationships/tags" Target="../tags/tag53.xml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image" Target="../media/image25.svg"/><Relationship Id="rId8" Type="http://schemas.openxmlformats.org/officeDocument/2006/relationships/image" Target="../media/image24.png"/><Relationship Id="rId7" Type="http://schemas.openxmlformats.org/officeDocument/2006/relationships/tags" Target="../tags/tag67.xml"/><Relationship Id="rId6" Type="http://schemas.openxmlformats.org/officeDocument/2006/relationships/tags" Target="../tags/tag66.xml"/><Relationship Id="rId5" Type="http://schemas.openxmlformats.org/officeDocument/2006/relationships/tags" Target="../tags/tag65.xml"/><Relationship Id="rId4" Type="http://schemas.openxmlformats.org/officeDocument/2006/relationships/tags" Target="../tags/tag64.xml"/><Relationship Id="rId3" Type="http://schemas.openxmlformats.org/officeDocument/2006/relationships/tags" Target="../tags/tag63.xml"/><Relationship Id="rId2" Type="http://schemas.openxmlformats.org/officeDocument/2006/relationships/tags" Target="../tags/tag62.xml"/><Relationship Id="rId14" Type="http://schemas.openxmlformats.org/officeDocument/2006/relationships/slideLayout" Target="../slideLayouts/slideLayout20.xml"/><Relationship Id="rId13" Type="http://schemas.openxmlformats.org/officeDocument/2006/relationships/tags" Target="../tags/tag69.xml"/><Relationship Id="rId12" Type="http://schemas.openxmlformats.org/officeDocument/2006/relationships/image" Target="../media/image27.svg"/><Relationship Id="rId11" Type="http://schemas.openxmlformats.org/officeDocument/2006/relationships/image" Target="../media/image26.png"/><Relationship Id="rId10" Type="http://schemas.openxmlformats.org/officeDocument/2006/relationships/tags" Target="../tags/tag68.xml"/><Relationship Id="rId1" Type="http://schemas.openxmlformats.org/officeDocument/2006/relationships/tags" Target="../tags/tag6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0.xml"/><Relationship Id="rId1" Type="http://schemas.openxmlformats.org/officeDocument/2006/relationships/tags" Target="../tags/tag70.xml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tags" Target="../tags/tag79.xml"/><Relationship Id="rId8" Type="http://schemas.openxmlformats.org/officeDocument/2006/relationships/tags" Target="../tags/tag78.xml"/><Relationship Id="rId7" Type="http://schemas.openxmlformats.org/officeDocument/2006/relationships/tags" Target="../tags/tag77.xml"/><Relationship Id="rId6" Type="http://schemas.openxmlformats.org/officeDocument/2006/relationships/tags" Target="../tags/tag76.xml"/><Relationship Id="rId5" Type="http://schemas.openxmlformats.org/officeDocument/2006/relationships/tags" Target="../tags/tag75.xml"/><Relationship Id="rId4" Type="http://schemas.openxmlformats.org/officeDocument/2006/relationships/tags" Target="../tags/tag74.xml"/><Relationship Id="rId3" Type="http://schemas.openxmlformats.org/officeDocument/2006/relationships/tags" Target="../tags/tag73.xml"/><Relationship Id="rId2" Type="http://schemas.openxmlformats.org/officeDocument/2006/relationships/tags" Target="../tags/tag72.xml"/><Relationship Id="rId15" Type="http://schemas.openxmlformats.org/officeDocument/2006/relationships/notesSlide" Target="../notesSlides/notesSlide8.xml"/><Relationship Id="rId14" Type="http://schemas.openxmlformats.org/officeDocument/2006/relationships/slideLayout" Target="../slideLayouts/slideLayout20.xml"/><Relationship Id="rId13" Type="http://schemas.openxmlformats.org/officeDocument/2006/relationships/tags" Target="../tags/tag83.xml"/><Relationship Id="rId12" Type="http://schemas.openxmlformats.org/officeDocument/2006/relationships/tags" Target="../tags/tag82.xml"/><Relationship Id="rId11" Type="http://schemas.openxmlformats.org/officeDocument/2006/relationships/tags" Target="../tags/tag81.xml"/><Relationship Id="rId10" Type="http://schemas.openxmlformats.org/officeDocument/2006/relationships/tags" Target="../tags/tag80.xml"/><Relationship Id="rId1" Type="http://schemas.openxmlformats.org/officeDocument/2006/relationships/tags" Target="../tags/tag71.xml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tags" Target="../tags/tag91.xml"/><Relationship Id="rId7" Type="http://schemas.openxmlformats.org/officeDocument/2006/relationships/tags" Target="../tags/tag90.xml"/><Relationship Id="rId6" Type="http://schemas.openxmlformats.org/officeDocument/2006/relationships/tags" Target="../tags/tag89.xml"/><Relationship Id="rId5" Type="http://schemas.openxmlformats.org/officeDocument/2006/relationships/tags" Target="../tags/tag88.xml"/><Relationship Id="rId4" Type="http://schemas.openxmlformats.org/officeDocument/2006/relationships/tags" Target="../tags/tag87.xml"/><Relationship Id="rId3" Type="http://schemas.openxmlformats.org/officeDocument/2006/relationships/tags" Target="../tags/tag86.xml"/><Relationship Id="rId2" Type="http://schemas.openxmlformats.org/officeDocument/2006/relationships/tags" Target="../tags/tag85.xml"/><Relationship Id="rId10" Type="http://schemas.openxmlformats.org/officeDocument/2006/relationships/notesSlide" Target="../notesSlides/notesSlide9.xml"/><Relationship Id="rId1" Type="http://schemas.openxmlformats.org/officeDocument/2006/relationships/tags" Target="../tags/tag84.xml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tags" Target="../tags/tag100.xml"/><Relationship Id="rId8" Type="http://schemas.openxmlformats.org/officeDocument/2006/relationships/tags" Target="../tags/tag99.xml"/><Relationship Id="rId7" Type="http://schemas.openxmlformats.org/officeDocument/2006/relationships/tags" Target="../tags/tag98.xml"/><Relationship Id="rId6" Type="http://schemas.openxmlformats.org/officeDocument/2006/relationships/tags" Target="../tags/tag97.xml"/><Relationship Id="rId5" Type="http://schemas.openxmlformats.org/officeDocument/2006/relationships/tags" Target="../tags/tag96.xml"/><Relationship Id="rId4" Type="http://schemas.openxmlformats.org/officeDocument/2006/relationships/tags" Target="../tags/tag95.xml"/><Relationship Id="rId3" Type="http://schemas.openxmlformats.org/officeDocument/2006/relationships/tags" Target="../tags/tag94.xml"/><Relationship Id="rId2" Type="http://schemas.openxmlformats.org/officeDocument/2006/relationships/tags" Target="../tags/tag93.xml"/><Relationship Id="rId11" Type="http://schemas.openxmlformats.org/officeDocument/2006/relationships/notesSlide" Target="../notesSlides/notesSlide10.xml"/><Relationship Id="rId10" Type="http://schemas.openxmlformats.org/officeDocument/2006/relationships/slideLayout" Target="../slideLayouts/slideLayout20.xml"/><Relationship Id="rId1" Type="http://schemas.openxmlformats.org/officeDocument/2006/relationships/tags" Target="../tags/tag92.xml"/></Relationships>
</file>

<file path=ppt/slides/_rels/slide18.xml.rels><?xml version="1.0" encoding="UTF-8" standalone="yes"?>
<Relationships xmlns="http://schemas.openxmlformats.org/package/2006/relationships"><Relationship Id="rId9" Type="http://schemas.openxmlformats.org/officeDocument/2006/relationships/tags" Target="../tags/tag107.xml"/><Relationship Id="rId8" Type="http://schemas.openxmlformats.org/officeDocument/2006/relationships/image" Target="../media/image29.svg"/><Relationship Id="rId7" Type="http://schemas.openxmlformats.org/officeDocument/2006/relationships/image" Target="../media/image28.png"/><Relationship Id="rId6" Type="http://schemas.openxmlformats.org/officeDocument/2006/relationships/tags" Target="../tags/tag106.xml"/><Relationship Id="rId5" Type="http://schemas.openxmlformats.org/officeDocument/2006/relationships/tags" Target="../tags/tag105.xml"/><Relationship Id="rId4" Type="http://schemas.openxmlformats.org/officeDocument/2006/relationships/tags" Target="../tags/tag104.xml"/><Relationship Id="rId3" Type="http://schemas.openxmlformats.org/officeDocument/2006/relationships/tags" Target="../tags/tag103.xml"/><Relationship Id="rId2" Type="http://schemas.openxmlformats.org/officeDocument/2006/relationships/tags" Target="../tags/tag102.xml"/><Relationship Id="rId15" Type="http://schemas.openxmlformats.org/officeDocument/2006/relationships/slideLayout" Target="../slideLayouts/slideLayout20.xml"/><Relationship Id="rId14" Type="http://schemas.openxmlformats.org/officeDocument/2006/relationships/tags" Target="../tags/tag110.xml"/><Relationship Id="rId13" Type="http://schemas.openxmlformats.org/officeDocument/2006/relationships/image" Target="../media/image31.svg"/><Relationship Id="rId12" Type="http://schemas.openxmlformats.org/officeDocument/2006/relationships/image" Target="../media/image30.png"/><Relationship Id="rId11" Type="http://schemas.openxmlformats.org/officeDocument/2006/relationships/tags" Target="../tags/tag109.xml"/><Relationship Id="rId10" Type="http://schemas.openxmlformats.org/officeDocument/2006/relationships/tags" Target="../tags/tag108.xml"/><Relationship Id="rId1" Type="http://schemas.openxmlformats.org/officeDocument/2006/relationships/tags" Target="../tags/tag101.xml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tags" Target="../tags/tag119.xml"/><Relationship Id="rId8" Type="http://schemas.openxmlformats.org/officeDocument/2006/relationships/tags" Target="../tags/tag118.xml"/><Relationship Id="rId7" Type="http://schemas.openxmlformats.org/officeDocument/2006/relationships/tags" Target="../tags/tag117.xml"/><Relationship Id="rId6" Type="http://schemas.openxmlformats.org/officeDocument/2006/relationships/tags" Target="../tags/tag116.xml"/><Relationship Id="rId5" Type="http://schemas.openxmlformats.org/officeDocument/2006/relationships/tags" Target="../tags/tag115.xml"/><Relationship Id="rId4" Type="http://schemas.openxmlformats.org/officeDocument/2006/relationships/tags" Target="../tags/tag114.xml"/><Relationship Id="rId3" Type="http://schemas.openxmlformats.org/officeDocument/2006/relationships/tags" Target="../tags/tag113.xml"/><Relationship Id="rId27" Type="http://schemas.openxmlformats.org/officeDocument/2006/relationships/slideLayout" Target="../slideLayouts/slideLayout20.xml"/><Relationship Id="rId26" Type="http://schemas.openxmlformats.org/officeDocument/2006/relationships/tags" Target="../tags/tag128.xml"/><Relationship Id="rId25" Type="http://schemas.openxmlformats.org/officeDocument/2006/relationships/image" Target="../media/image37.svg"/><Relationship Id="rId24" Type="http://schemas.openxmlformats.org/officeDocument/2006/relationships/image" Target="../media/image24.png"/><Relationship Id="rId23" Type="http://schemas.openxmlformats.org/officeDocument/2006/relationships/tags" Target="../tags/tag127.xml"/><Relationship Id="rId22" Type="http://schemas.openxmlformats.org/officeDocument/2006/relationships/image" Target="../media/image36.svg"/><Relationship Id="rId21" Type="http://schemas.openxmlformats.org/officeDocument/2006/relationships/image" Target="../media/image35.png"/><Relationship Id="rId20" Type="http://schemas.openxmlformats.org/officeDocument/2006/relationships/tags" Target="../tags/tag126.xml"/><Relationship Id="rId2" Type="http://schemas.openxmlformats.org/officeDocument/2006/relationships/tags" Target="../tags/tag112.xml"/><Relationship Id="rId19" Type="http://schemas.openxmlformats.org/officeDocument/2006/relationships/image" Target="../media/image34.svg"/><Relationship Id="rId18" Type="http://schemas.openxmlformats.org/officeDocument/2006/relationships/image" Target="../media/image33.png"/><Relationship Id="rId17" Type="http://schemas.openxmlformats.org/officeDocument/2006/relationships/tags" Target="../tags/tag125.xml"/><Relationship Id="rId16" Type="http://schemas.openxmlformats.org/officeDocument/2006/relationships/image" Target="../media/image32.svg"/><Relationship Id="rId15" Type="http://schemas.openxmlformats.org/officeDocument/2006/relationships/image" Target="../media/image26.png"/><Relationship Id="rId14" Type="http://schemas.openxmlformats.org/officeDocument/2006/relationships/tags" Target="../tags/tag124.xml"/><Relationship Id="rId13" Type="http://schemas.openxmlformats.org/officeDocument/2006/relationships/tags" Target="../tags/tag123.xml"/><Relationship Id="rId12" Type="http://schemas.openxmlformats.org/officeDocument/2006/relationships/tags" Target="../tags/tag122.xml"/><Relationship Id="rId11" Type="http://schemas.openxmlformats.org/officeDocument/2006/relationships/tags" Target="../tags/tag121.xml"/><Relationship Id="rId10" Type="http://schemas.openxmlformats.org/officeDocument/2006/relationships/tags" Target="../tags/tag120.xml"/><Relationship Id="rId1" Type="http://schemas.openxmlformats.org/officeDocument/2006/relationships/tags" Target="../tags/tag111.xml"/></Relationships>
</file>

<file path=ppt/slides/_rels/slide20.xml.rels><?xml version="1.0" encoding="UTF-8" standalone="yes"?>
<Relationships xmlns="http://schemas.openxmlformats.org/package/2006/relationships"><Relationship Id="rId9" Type="http://schemas.openxmlformats.org/officeDocument/2006/relationships/tags" Target="../tags/tag137.xml"/><Relationship Id="rId8" Type="http://schemas.openxmlformats.org/officeDocument/2006/relationships/tags" Target="../tags/tag136.xml"/><Relationship Id="rId7" Type="http://schemas.openxmlformats.org/officeDocument/2006/relationships/tags" Target="../tags/tag135.xml"/><Relationship Id="rId6" Type="http://schemas.openxmlformats.org/officeDocument/2006/relationships/tags" Target="../tags/tag134.xml"/><Relationship Id="rId5" Type="http://schemas.openxmlformats.org/officeDocument/2006/relationships/tags" Target="../tags/tag133.xml"/><Relationship Id="rId43" Type="http://schemas.openxmlformats.org/officeDocument/2006/relationships/slideLayout" Target="../slideLayouts/slideLayout20.xml"/><Relationship Id="rId42" Type="http://schemas.openxmlformats.org/officeDocument/2006/relationships/tags" Target="../tags/tag162.xml"/><Relationship Id="rId41" Type="http://schemas.openxmlformats.org/officeDocument/2006/relationships/image" Target="../media/image41.svg"/><Relationship Id="rId40" Type="http://schemas.openxmlformats.org/officeDocument/2006/relationships/image" Target="../media/image18.png"/><Relationship Id="rId4" Type="http://schemas.openxmlformats.org/officeDocument/2006/relationships/tags" Target="../tags/tag132.xml"/><Relationship Id="rId39" Type="http://schemas.openxmlformats.org/officeDocument/2006/relationships/tags" Target="../tags/tag161.xml"/><Relationship Id="rId38" Type="http://schemas.openxmlformats.org/officeDocument/2006/relationships/image" Target="../media/image40.svg"/><Relationship Id="rId37" Type="http://schemas.openxmlformats.org/officeDocument/2006/relationships/image" Target="../media/image22.png"/><Relationship Id="rId36" Type="http://schemas.openxmlformats.org/officeDocument/2006/relationships/tags" Target="../tags/tag160.xml"/><Relationship Id="rId35" Type="http://schemas.openxmlformats.org/officeDocument/2006/relationships/image" Target="../media/image39.svg"/><Relationship Id="rId34" Type="http://schemas.openxmlformats.org/officeDocument/2006/relationships/image" Target="../media/image14.png"/><Relationship Id="rId33" Type="http://schemas.openxmlformats.org/officeDocument/2006/relationships/tags" Target="../tags/tag159.xml"/><Relationship Id="rId32" Type="http://schemas.openxmlformats.org/officeDocument/2006/relationships/image" Target="../media/image38.svg"/><Relationship Id="rId31" Type="http://schemas.openxmlformats.org/officeDocument/2006/relationships/image" Target="../media/image16.png"/><Relationship Id="rId30" Type="http://schemas.openxmlformats.org/officeDocument/2006/relationships/tags" Target="../tags/tag158.xml"/><Relationship Id="rId3" Type="http://schemas.openxmlformats.org/officeDocument/2006/relationships/tags" Target="../tags/tag131.xml"/><Relationship Id="rId29" Type="http://schemas.openxmlformats.org/officeDocument/2006/relationships/tags" Target="../tags/tag157.xml"/><Relationship Id="rId28" Type="http://schemas.openxmlformats.org/officeDocument/2006/relationships/tags" Target="../tags/tag156.xml"/><Relationship Id="rId27" Type="http://schemas.openxmlformats.org/officeDocument/2006/relationships/tags" Target="../tags/tag155.xml"/><Relationship Id="rId26" Type="http://schemas.openxmlformats.org/officeDocument/2006/relationships/tags" Target="../tags/tag154.xml"/><Relationship Id="rId25" Type="http://schemas.openxmlformats.org/officeDocument/2006/relationships/tags" Target="../tags/tag153.xml"/><Relationship Id="rId24" Type="http://schemas.openxmlformats.org/officeDocument/2006/relationships/tags" Target="../tags/tag152.xml"/><Relationship Id="rId23" Type="http://schemas.openxmlformats.org/officeDocument/2006/relationships/tags" Target="../tags/tag151.xml"/><Relationship Id="rId22" Type="http://schemas.openxmlformats.org/officeDocument/2006/relationships/tags" Target="../tags/tag150.xml"/><Relationship Id="rId21" Type="http://schemas.openxmlformats.org/officeDocument/2006/relationships/tags" Target="../tags/tag149.xml"/><Relationship Id="rId20" Type="http://schemas.openxmlformats.org/officeDocument/2006/relationships/tags" Target="../tags/tag148.xml"/><Relationship Id="rId2" Type="http://schemas.openxmlformats.org/officeDocument/2006/relationships/tags" Target="../tags/tag130.xml"/><Relationship Id="rId19" Type="http://schemas.openxmlformats.org/officeDocument/2006/relationships/tags" Target="../tags/tag147.xml"/><Relationship Id="rId18" Type="http://schemas.openxmlformats.org/officeDocument/2006/relationships/tags" Target="../tags/tag146.xml"/><Relationship Id="rId17" Type="http://schemas.openxmlformats.org/officeDocument/2006/relationships/tags" Target="../tags/tag145.xml"/><Relationship Id="rId16" Type="http://schemas.openxmlformats.org/officeDocument/2006/relationships/tags" Target="../tags/tag144.xml"/><Relationship Id="rId15" Type="http://schemas.openxmlformats.org/officeDocument/2006/relationships/tags" Target="../tags/tag143.xml"/><Relationship Id="rId14" Type="http://schemas.openxmlformats.org/officeDocument/2006/relationships/tags" Target="../tags/tag142.xml"/><Relationship Id="rId13" Type="http://schemas.openxmlformats.org/officeDocument/2006/relationships/tags" Target="../tags/tag141.xml"/><Relationship Id="rId12" Type="http://schemas.openxmlformats.org/officeDocument/2006/relationships/tags" Target="../tags/tag140.xml"/><Relationship Id="rId11" Type="http://schemas.openxmlformats.org/officeDocument/2006/relationships/tags" Target="../tags/tag139.xml"/><Relationship Id="rId10" Type="http://schemas.openxmlformats.org/officeDocument/2006/relationships/tags" Target="../tags/tag138.xml"/><Relationship Id="rId1" Type="http://schemas.openxmlformats.org/officeDocument/2006/relationships/tags" Target="../tags/tag12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0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5"/>
          <p:cNvSpPr txBox="1"/>
          <p:nvPr/>
        </p:nvSpPr>
        <p:spPr>
          <a:xfrm>
            <a:off x="526511" y="3893971"/>
            <a:ext cx="4540789" cy="39878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r>
              <a:rPr kumimoji="1" lang="zh-CN" altLang="en-US" sz="2000">
                <a:solidFill>
                  <a:schemeClr val="bg1"/>
                </a:solidFill>
                <a:latin typeface="vivo Sans" panose="02000500000000000000" pitchFamily="2" charset="-122"/>
                <a:ea typeface="vivo Sans"/>
                <a:cs typeface="vivo Sans" panose="02000500000000000000" pitchFamily="2" charset="-122"/>
              </a:rPr>
              <a:t>作品名称：</a:t>
            </a:r>
            <a:r>
              <a:rPr kumimoji="1" lang="zh-CN" altLang="en-US" sz="2000" b="1">
                <a:solidFill>
                  <a:schemeClr val="bg1"/>
                </a:solidFill>
                <a:latin typeface="vivo Sans" panose="02000500000000000000" pitchFamily="2" charset="-122"/>
                <a:ea typeface="vivo Sans"/>
                <a:cs typeface="vivo Sans" panose="02000500000000000000" pitchFamily="2" charset="-122"/>
              </a:rPr>
              <a:t>Bluelm-Shopguard</a:t>
            </a:r>
            <a:endParaRPr kumimoji="1" lang="zh-CN" altLang="en-US" sz="2000" b="1">
              <a:solidFill>
                <a:schemeClr val="bg1"/>
              </a:solidFill>
              <a:latin typeface="vivo Sans" panose="02000500000000000000" pitchFamily="2" charset="-122"/>
              <a:ea typeface="vivo Sans"/>
              <a:cs typeface="vivo Sans" panose="02000500000000000000" pitchFamily="2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7"/>
          <p:cNvGrpSpPr/>
          <p:nvPr/>
        </p:nvGrpSpPr>
        <p:grpSpPr>
          <a:xfrm>
            <a:off x="4632826" y="1590672"/>
            <a:ext cx="3001691" cy="3096366"/>
            <a:chOff x="3702795" y="1590672"/>
            <a:chExt cx="3001691" cy="3096366"/>
          </a:xfrm>
        </p:grpSpPr>
        <p:sp>
          <p:nvSpPr>
            <p:cNvPr id="8" name="文本框 1"/>
            <p:cNvSpPr txBox="1"/>
            <p:nvPr/>
          </p:nvSpPr>
          <p:spPr>
            <a:xfrm>
              <a:off x="3702799" y="1590672"/>
              <a:ext cx="59182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/>
              <a:r>
                <a:rPr kumimoji="1" lang="en-US" altLang="zh-CN" sz="4000" b="1">
                  <a:solidFill>
                    <a:srgbClr val="446FFF"/>
                  </a:solidFill>
                  <a:latin typeface="vivo Sans Extrabold" panose="02000500000000000000" pitchFamily="2" charset="-122"/>
                  <a:ea typeface="vivo Sans Extrabold" panose="02000500000000000000" pitchFamily="2" charset="-122"/>
                  <a:cs typeface="vivo Sans Extrabold" panose="02000500000000000000" pitchFamily="2" charset="-122"/>
                </a:rPr>
                <a:t>1.</a:t>
              </a:r>
              <a:endParaRPr kumimoji="1" lang="zh-CN" altLang="en-US" sz="4000" b="1">
                <a:solidFill>
                  <a:srgbClr val="446FFF"/>
                </a:solidFill>
                <a:latin typeface="vivo Sans Extrabold" panose="02000500000000000000" pitchFamily="2" charset="-122"/>
                <a:ea typeface="vivo Sans Extrabold" panose="02000500000000000000" pitchFamily="2" charset="-122"/>
                <a:cs typeface="vivo Sans Extrabold" panose="02000500000000000000" pitchFamily="2" charset="-122"/>
              </a:endParaRPr>
            </a:p>
          </p:txBody>
        </p:sp>
        <p:sp>
          <p:nvSpPr>
            <p:cNvPr id="9" name="文本框 2"/>
            <p:cNvSpPr txBox="1"/>
            <p:nvPr/>
          </p:nvSpPr>
          <p:spPr>
            <a:xfrm>
              <a:off x="3702795" y="2766689"/>
              <a:ext cx="649537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/>
              <a:r>
                <a:rPr kumimoji="1" lang="en-US" altLang="zh-CN" sz="4000" b="1">
                  <a:solidFill>
                    <a:srgbClr val="FF5292">
                      <a:alpha val="40000"/>
                    </a:srgbClr>
                  </a:solidFill>
                  <a:latin typeface="vivo Sans Extrabold" panose="02000500000000000000" pitchFamily="2" charset="-122"/>
                  <a:ea typeface="vivo Sans Extrabold" panose="02000500000000000000" pitchFamily="2" charset="-122"/>
                  <a:cs typeface="vivo Sans Extrabold" panose="02000500000000000000" pitchFamily="2" charset="-122"/>
                </a:rPr>
                <a:t>2.</a:t>
              </a:r>
              <a:endParaRPr kumimoji="1" lang="zh-CN" altLang="en-US" sz="4000" b="1">
                <a:solidFill>
                  <a:srgbClr val="FF5292">
                    <a:alpha val="40000"/>
                  </a:srgbClr>
                </a:solidFill>
                <a:latin typeface="vivo Sans Extrabold" panose="02000500000000000000" pitchFamily="2" charset="-122"/>
                <a:ea typeface="vivo Sans Extrabold" panose="02000500000000000000" pitchFamily="2" charset="-122"/>
                <a:cs typeface="vivo Sans Extrabold" panose="02000500000000000000" pitchFamily="2" charset="-122"/>
              </a:endParaRPr>
            </a:p>
          </p:txBody>
        </p:sp>
        <p:sp>
          <p:nvSpPr>
            <p:cNvPr id="10" name="文本框 3"/>
            <p:cNvSpPr txBox="1"/>
            <p:nvPr/>
          </p:nvSpPr>
          <p:spPr>
            <a:xfrm>
              <a:off x="3702795" y="3979152"/>
              <a:ext cx="659155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/>
              <a:r>
                <a:rPr kumimoji="1" lang="en-US" altLang="zh-CN" sz="4000" b="1">
                  <a:solidFill>
                    <a:srgbClr val="FFB000">
                      <a:alpha val="40000"/>
                    </a:srgbClr>
                  </a:solidFill>
                  <a:latin typeface="vivo Sans Extrabold" panose="02000500000000000000" pitchFamily="2" charset="-122"/>
                  <a:ea typeface="vivo Sans Extrabold" panose="02000500000000000000" pitchFamily="2" charset="-122"/>
                  <a:cs typeface="vivo Sans Extrabold" panose="02000500000000000000" pitchFamily="2" charset="-122"/>
                </a:rPr>
                <a:t>3.</a:t>
              </a:r>
              <a:endParaRPr kumimoji="1" lang="zh-CN" altLang="en-US" sz="4000" b="1">
                <a:solidFill>
                  <a:srgbClr val="FFB000">
                    <a:alpha val="40000"/>
                  </a:srgbClr>
                </a:solidFill>
                <a:latin typeface="vivo Sans Extrabold" panose="02000500000000000000" pitchFamily="2" charset="-122"/>
                <a:ea typeface="vivo Sans Extrabold" panose="02000500000000000000" pitchFamily="2" charset="-122"/>
                <a:cs typeface="vivo Sans Extrabold" panose="02000500000000000000" pitchFamily="2" charset="-122"/>
              </a:endParaRPr>
            </a:p>
          </p:txBody>
        </p:sp>
        <p:sp>
          <p:nvSpPr>
            <p:cNvPr id="11" name="文本框 4"/>
            <p:cNvSpPr txBox="1"/>
            <p:nvPr/>
          </p:nvSpPr>
          <p:spPr>
            <a:xfrm>
              <a:off x="4527287" y="1611222"/>
              <a:ext cx="2101857" cy="6667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/>
              <a:r>
                <a:rPr kumimoji="1" lang="zh-CN" altLang="en-US" sz="3735">
                  <a:solidFill>
                    <a:prstClr val="black"/>
                  </a:solidFill>
                  <a:latin typeface="vivo Sans Extrabold" panose="02000500000000000000" pitchFamily="2" charset="-122"/>
                  <a:ea typeface="vivo Sans Extrabold" panose="02000500000000000000" pitchFamily="2" charset="-122"/>
                  <a:cs typeface="vivo Sans Extrabold" panose="02000500000000000000" pitchFamily="2" charset="-122"/>
                </a:rPr>
                <a:t>团队介绍</a:t>
              </a:r>
              <a:endParaRPr kumimoji="1" lang="zh-CN" altLang="en-US" sz="3735">
                <a:solidFill>
                  <a:prstClr val="black"/>
                </a:solidFill>
                <a:latin typeface="vivo Sans Extrabold" panose="02000500000000000000" pitchFamily="2" charset="-122"/>
                <a:ea typeface="vivo Sans Extrabold" panose="02000500000000000000" pitchFamily="2" charset="-122"/>
                <a:cs typeface="vivo Sans Extrabold" panose="02000500000000000000" pitchFamily="2" charset="-122"/>
              </a:endParaRPr>
            </a:p>
          </p:txBody>
        </p:sp>
        <p:sp>
          <p:nvSpPr>
            <p:cNvPr id="12" name="文本框 5"/>
            <p:cNvSpPr txBox="1"/>
            <p:nvPr/>
          </p:nvSpPr>
          <p:spPr>
            <a:xfrm>
              <a:off x="4527287" y="2787239"/>
              <a:ext cx="2177199" cy="6667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/>
              <a:r>
                <a:rPr kumimoji="1" lang="zh-CN" altLang="en-US" sz="3735">
                  <a:solidFill>
                    <a:srgbClr val="E7E6E6">
                      <a:lumMod val="90000"/>
                    </a:srgbClr>
                  </a:solidFill>
                  <a:latin typeface="vivo Sans Medium" panose="02000500000000000000" pitchFamily="2" charset="-122"/>
                  <a:ea typeface="vivo Sans Medium" panose="02000500000000000000" pitchFamily="2" charset="-122"/>
                  <a:cs typeface="vivo Sans Medium" panose="02000500000000000000" pitchFamily="2" charset="-122"/>
                </a:rPr>
                <a:t>作品简介</a:t>
              </a:r>
              <a:endParaRPr kumimoji="1" lang="zh-CN" altLang="en-US" sz="3735">
                <a:solidFill>
                  <a:srgbClr val="E7E6E6">
                    <a:lumMod val="90000"/>
                  </a:srgbClr>
                </a:solidFill>
                <a:latin typeface="vivo Sans Medium" panose="02000500000000000000" pitchFamily="2" charset="-122"/>
                <a:ea typeface="vivo Sans Medium" panose="02000500000000000000" pitchFamily="2" charset="-122"/>
                <a:cs typeface="vivo Sans Medium" panose="02000500000000000000" pitchFamily="2" charset="-122"/>
              </a:endParaRPr>
            </a:p>
          </p:txBody>
        </p:sp>
        <p:sp>
          <p:nvSpPr>
            <p:cNvPr id="13" name="文本框 6"/>
            <p:cNvSpPr txBox="1"/>
            <p:nvPr/>
          </p:nvSpPr>
          <p:spPr>
            <a:xfrm>
              <a:off x="4527287" y="3999702"/>
              <a:ext cx="2101857" cy="6667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/>
              <a:r>
                <a:rPr kumimoji="1" lang="zh-CN" altLang="en-US" sz="3735">
                  <a:solidFill>
                    <a:srgbClr val="E7E6E6">
                      <a:lumMod val="90000"/>
                    </a:srgbClr>
                  </a:solidFill>
                  <a:latin typeface="vivo Sans Medium" panose="02000500000000000000" pitchFamily="2" charset="-122"/>
                  <a:ea typeface="vivo Sans Medium" panose="02000500000000000000" pitchFamily="2" charset="-122"/>
                  <a:cs typeface="vivo Sans Medium" panose="02000500000000000000" pitchFamily="2" charset="-122"/>
                </a:rPr>
                <a:t>作品策划</a:t>
              </a:r>
              <a:endParaRPr kumimoji="1" lang="zh-CN" altLang="en-US" sz="3735">
                <a:solidFill>
                  <a:srgbClr val="E7E6E6">
                    <a:lumMod val="90000"/>
                  </a:srgbClr>
                </a:solidFill>
                <a:latin typeface="vivo Sans Medium" panose="02000500000000000000" pitchFamily="2" charset="-122"/>
                <a:ea typeface="vivo Sans Medium" panose="02000500000000000000" pitchFamily="2" charset="-122"/>
                <a:cs typeface="vivo Sans Medium" panose="02000500000000000000" pitchFamily="2" charset="-122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zh-CN" altLang="en-US"/>
              <a:t>团队介绍</a:t>
            </a:r>
            <a:endParaRPr lang="zh-CN" altLang="en-US"/>
          </a:p>
        </p:txBody>
      </p:sp>
      <p:sp>
        <p:nvSpPr>
          <p:cNvPr id="5" name="任意多边形 4"/>
          <p:cNvSpPr/>
          <p:nvPr>
            <p:custDataLst>
              <p:tags r:id="rId2"/>
            </p:custDataLst>
          </p:nvPr>
        </p:nvSpPr>
        <p:spPr>
          <a:xfrm>
            <a:off x="695960" y="1423035"/>
            <a:ext cx="10800080" cy="4838700"/>
          </a:xfrm>
          <a:custGeom>
            <a:avLst/>
            <a:gdLst>
              <a:gd name="connsiteX0" fmla="*/ 546 w 17008"/>
              <a:gd name="connsiteY0" fmla="*/ 1 h 7620"/>
              <a:gd name="connsiteX1" fmla="*/ 16856 w 17008"/>
              <a:gd name="connsiteY1" fmla="*/ 0 h 7620"/>
              <a:gd name="connsiteX2" fmla="*/ 17008 w 17008"/>
              <a:gd name="connsiteY2" fmla="*/ 152 h 7620"/>
              <a:gd name="connsiteX3" fmla="*/ 17008 w 17008"/>
              <a:gd name="connsiteY3" fmla="*/ 7468 h 7620"/>
              <a:gd name="connsiteX4" fmla="*/ 16856 w 17008"/>
              <a:gd name="connsiteY4" fmla="*/ 7620 h 7620"/>
              <a:gd name="connsiteX5" fmla="*/ 152 w 17008"/>
              <a:gd name="connsiteY5" fmla="*/ 7620 h 7620"/>
              <a:gd name="connsiteX6" fmla="*/ 0 w 17008"/>
              <a:gd name="connsiteY6" fmla="*/ 7468 h 7620"/>
              <a:gd name="connsiteX7" fmla="*/ 4 w 17008"/>
              <a:gd name="connsiteY7" fmla="*/ 2173 h 76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008" h="7620">
                <a:moveTo>
                  <a:pt x="546" y="1"/>
                </a:moveTo>
                <a:lnTo>
                  <a:pt x="16856" y="0"/>
                </a:lnTo>
                <a:cubicBezTo>
                  <a:pt x="16940" y="0"/>
                  <a:pt x="17008" y="68"/>
                  <a:pt x="17008" y="152"/>
                </a:cubicBezTo>
                <a:lnTo>
                  <a:pt x="17008" y="7468"/>
                </a:lnTo>
                <a:cubicBezTo>
                  <a:pt x="17008" y="7552"/>
                  <a:pt x="16940" y="7620"/>
                  <a:pt x="16856" y="7620"/>
                </a:cubicBezTo>
                <a:lnTo>
                  <a:pt x="152" y="7620"/>
                </a:lnTo>
                <a:cubicBezTo>
                  <a:pt x="68" y="7620"/>
                  <a:pt x="0" y="7552"/>
                  <a:pt x="0" y="7468"/>
                </a:cubicBezTo>
                <a:lnTo>
                  <a:pt x="4" y="2173"/>
                </a:lnTo>
              </a:path>
            </a:pathLst>
          </a:custGeom>
          <a:noFill/>
          <a:ln w="9525">
            <a:solidFill>
              <a:schemeClr val="accent1">
                <a:lumMod val="75000"/>
                <a:alpha val="40000"/>
              </a:schemeClr>
            </a:solidFill>
            <a:headEnd type="none"/>
            <a:tailEnd type="oval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7" name="矩形 6"/>
          <p:cNvSpPr/>
          <p:nvPr>
            <p:custDataLst>
              <p:tags r:id="rId3"/>
            </p:custDataLst>
          </p:nvPr>
        </p:nvSpPr>
        <p:spPr>
          <a:xfrm>
            <a:off x="1452880" y="1423035"/>
            <a:ext cx="10043795" cy="739140"/>
          </a:xfrm>
          <a:prstGeom prst="rect">
            <a:avLst/>
          </a:prstGeom>
          <a:gradFill>
            <a:gsLst>
              <a:gs pos="0">
                <a:schemeClr val="accent1">
                  <a:alpha val="5000"/>
                </a:schemeClr>
              </a:gs>
              <a:gs pos="100000">
                <a:schemeClr val="accent1">
                  <a:alpha val="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288290" rtlCol="0" anchor="ctr"/>
          <a:lstStyle/>
          <a:p>
            <a:pPr algn="l"/>
            <a:r>
              <a:rPr lang="zh-CN" altLang="en-US" sz="2400" b="1">
                <a:solidFill>
                  <a:schemeClr val="accent1"/>
                </a:solidFill>
              </a:rPr>
              <a:t>团队介绍</a:t>
            </a:r>
            <a:endParaRPr lang="zh-CN" altLang="en-US" sz="2400" b="1">
              <a:solidFill>
                <a:schemeClr val="accent1"/>
              </a:solidFill>
            </a:endParaRPr>
          </a:p>
        </p:txBody>
      </p:sp>
      <p:sp>
        <p:nvSpPr>
          <p:cNvPr id="11" name="圆角矩形 10"/>
          <p:cNvSpPr/>
          <p:nvPr>
            <p:custDataLst>
              <p:tags r:id="rId4"/>
            </p:custDataLst>
          </p:nvPr>
        </p:nvSpPr>
        <p:spPr>
          <a:xfrm>
            <a:off x="716915" y="1423035"/>
            <a:ext cx="738505" cy="741045"/>
          </a:xfrm>
          <a:prstGeom prst="roundRect">
            <a:avLst>
              <a:gd name="adj" fmla="val 9389"/>
            </a:avLst>
          </a:prstGeom>
          <a:gradFill>
            <a:gsLst>
              <a:gs pos="67000">
                <a:schemeClr val="accent1"/>
              </a:gs>
              <a:gs pos="0">
                <a:schemeClr val="accent1">
                  <a:lumMod val="60000"/>
                  <a:lumOff val="40000"/>
                </a:schemeClr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" name="直接连接符 11"/>
          <p:cNvCxnSpPr/>
          <p:nvPr>
            <p:custDataLst>
              <p:tags r:id="rId5"/>
            </p:custDataLst>
          </p:nvPr>
        </p:nvCxnSpPr>
        <p:spPr>
          <a:xfrm>
            <a:off x="1202055" y="2170430"/>
            <a:ext cx="9905365" cy="0"/>
          </a:xfrm>
          <a:prstGeom prst="line">
            <a:avLst/>
          </a:prstGeom>
          <a:ln w="9525">
            <a:solidFill>
              <a:schemeClr val="accent1">
                <a:alpha val="40000"/>
              </a:schemeClr>
            </a:solidFill>
            <a:prstDash val="lg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4" name="图片 3" descr="打印机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83285" y="1581150"/>
            <a:ext cx="406400" cy="406400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1089660" y="2441575"/>
            <a:ext cx="10062210" cy="3445510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0">
            <a:normAutofit/>
          </a:bodyPr>
          <a:lstStyle/>
          <a:p>
            <a:pPr marL="0" lvl="0" indent="0" fontAlgn="auto">
              <a:lnSpc>
                <a:spcPct val="150000"/>
              </a:lnSpc>
              <a:spcAft>
                <a:spcPts val="600"/>
              </a:spcAft>
            </a:pPr>
            <a:r>
              <a:rPr lang="zh-CN" altLang="en-US" sz="2400" b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等线" panose="02010600030101010101" charset="-122"/>
                <a:ea typeface="等线" panose="02010600030101010101" charset="-122"/>
                <a:cs typeface="+mn-ea"/>
                <a:sym typeface="+mn-ea"/>
              </a:rPr>
              <a:t>团队名称:SIGAI39</a:t>
            </a:r>
            <a:endParaRPr lang="zh-CN" altLang="en-US" sz="2400" b="1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等线" panose="02010600030101010101" charset="-122"/>
              <a:ea typeface="等线" panose="02010600030101010101" charset="-122"/>
              <a:cs typeface="+mn-ea"/>
            </a:endParaRPr>
          </a:p>
          <a:p>
            <a:pPr marL="0" lvl="0" indent="0" fontAlgn="auto">
              <a:lnSpc>
                <a:spcPct val="150000"/>
              </a:lnSpc>
              <a:spcAft>
                <a:spcPts val="600"/>
              </a:spcAft>
            </a:pPr>
            <a:r>
              <a:rPr lang="zh-CN" altLang="en-US" sz="2400" b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等线" panose="02010600030101010101" charset="-122"/>
                <a:ea typeface="等线" panose="02010600030101010101" charset="-122"/>
                <a:cs typeface="+mn-ea"/>
                <a:sym typeface="+mn-ea"/>
              </a:rPr>
              <a:t>团队成员:</a:t>
            </a:r>
            <a:endParaRPr lang="zh-CN" altLang="en-US" sz="2400" b="1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等线" panose="02010600030101010101" charset="-122"/>
              <a:ea typeface="等线" panose="02010600030101010101" charset="-122"/>
              <a:cs typeface="+mn-ea"/>
            </a:endParaRPr>
          </a:p>
          <a:p>
            <a:pPr marL="457200" lvl="1" indent="0" fontAlgn="auto">
              <a:lnSpc>
                <a:spcPct val="150000"/>
              </a:lnSpc>
              <a:spcAft>
                <a:spcPts val="600"/>
              </a:spcAft>
            </a:pPr>
            <a:r>
              <a:rPr lang="zh-CN" altLang="en-US" sz="2400" b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等线" panose="02010600030101010101" charset="-122"/>
                <a:ea typeface="等线" panose="02010600030101010101" charset="-122"/>
                <a:cs typeface="+mn-ea"/>
                <a:sym typeface="+mn-ea"/>
              </a:rPr>
              <a:t>王迪(队长),华中科技大学:负责前端开发、产品介绍网页构建</a:t>
            </a:r>
            <a:endParaRPr lang="zh-CN" altLang="en-US" sz="2400" b="1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等线" panose="02010600030101010101" charset="-122"/>
              <a:ea typeface="等线" panose="02010600030101010101" charset="-122"/>
              <a:cs typeface="+mn-ea"/>
            </a:endParaRPr>
          </a:p>
          <a:p>
            <a:pPr marL="457200" lvl="1" indent="0" fontAlgn="auto">
              <a:lnSpc>
                <a:spcPct val="150000"/>
              </a:lnSpc>
              <a:spcAft>
                <a:spcPts val="600"/>
              </a:spcAft>
            </a:pPr>
            <a:r>
              <a:rPr lang="zh-CN" altLang="en-US" sz="2400" b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等线" panose="02010600030101010101" charset="-122"/>
                <a:ea typeface="等线" panose="02010600030101010101" charset="-122"/>
                <a:cs typeface="+mn-ea"/>
                <a:sym typeface="+mn-ea"/>
              </a:rPr>
              <a:t>邢梓涵,华中科技大学:负责后端开发、测试优化</a:t>
            </a:r>
            <a:endParaRPr lang="zh-CN" altLang="en-US" sz="2400" b="1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等线" panose="02010600030101010101" charset="-122"/>
              <a:ea typeface="等线" panose="02010600030101010101" charset="-122"/>
              <a:cs typeface="+mn-ea"/>
            </a:endParaRPr>
          </a:p>
          <a:p>
            <a:pPr marL="457200" lvl="1" indent="0" fontAlgn="auto">
              <a:lnSpc>
                <a:spcPct val="150000"/>
              </a:lnSpc>
              <a:spcAft>
                <a:spcPts val="600"/>
              </a:spcAft>
            </a:pPr>
            <a:r>
              <a:rPr lang="zh-CN" altLang="en-US" sz="2400" b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等线" panose="02010600030101010101" charset="-122"/>
                <a:ea typeface="等线" panose="02010600030101010101" charset="-122"/>
                <a:cs typeface="+mn-ea"/>
                <a:sym typeface="+mn-ea"/>
              </a:rPr>
              <a:t>刘丝语,华中科技大学:负责文档撰写,ppt和视频制作</a:t>
            </a:r>
            <a:endParaRPr lang="zh-CN" altLang="en-US" sz="2400" b="1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等线" panose="02010600030101010101" charset="-122"/>
              <a:ea typeface="等线" panose="02010600030101010101" charset="-122"/>
              <a:cs typeface="+mn-ea"/>
            </a:endParaRPr>
          </a:p>
        </p:txBody>
      </p:sp>
    </p:spTree>
    <p:custDataLst>
      <p:tags r:id="rId10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组合 7"/>
          <p:cNvGrpSpPr/>
          <p:nvPr/>
        </p:nvGrpSpPr>
        <p:grpSpPr>
          <a:xfrm>
            <a:off x="4632826" y="1590672"/>
            <a:ext cx="2926349" cy="3096366"/>
            <a:chOff x="3702795" y="1590672"/>
            <a:chExt cx="2926349" cy="3096366"/>
          </a:xfrm>
        </p:grpSpPr>
        <p:sp>
          <p:nvSpPr>
            <p:cNvPr id="21" name="文本框 1"/>
            <p:cNvSpPr txBox="1"/>
            <p:nvPr/>
          </p:nvSpPr>
          <p:spPr>
            <a:xfrm>
              <a:off x="3702799" y="1590672"/>
              <a:ext cx="59182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/>
              <a:r>
                <a:rPr kumimoji="1" lang="en-US" altLang="zh-CN" sz="4000" b="1">
                  <a:solidFill>
                    <a:srgbClr val="446FFF">
                      <a:alpha val="50000"/>
                    </a:srgbClr>
                  </a:solidFill>
                  <a:latin typeface="vivo Sans Extrabold" panose="02000500000000000000" pitchFamily="2" charset="-122"/>
                  <a:ea typeface="vivo Sans Extrabold" panose="02000500000000000000" pitchFamily="2" charset="-122"/>
                  <a:cs typeface="vivo Sans Extrabold" panose="02000500000000000000" pitchFamily="2" charset="-122"/>
                </a:rPr>
                <a:t>1.</a:t>
              </a:r>
              <a:endParaRPr kumimoji="1" lang="zh-CN" altLang="en-US" sz="4000" b="1">
                <a:solidFill>
                  <a:srgbClr val="446FFF">
                    <a:alpha val="50000"/>
                  </a:srgbClr>
                </a:solidFill>
                <a:latin typeface="vivo Sans Extrabold" panose="02000500000000000000" pitchFamily="2" charset="-122"/>
                <a:ea typeface="vivo Sans Extrabold" panose="02000500000000000000" pitchFamily="2" charset="-122"/>
                <a:cs typeface="vivo Sans Extrabold" panose="02000500000000000000" pitchFamily="2" charset="-122"/>
              </a:endParaRPr>
            </a:p>
          </p:txBody>
        </p:sp>
        <p:sp>
          <p:nvSpPr>
            <p:cNvPr id="22" name="文本框 2"/>
            <p:cNvSpPr txBox="1"/>
            <p:nvPr/>
          </p:nvSpPr>
          <p:spPr>
            <a:xfrm>
              <a:off x="3702795" y="2766689"/>
              <a:ext cx="649537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/>
              <a:r>
                <a:rPr kumimoji="1" lang="en-US" altLang="zh-CN" sz="4000" b="1">
                  <a:solidFill>
                    <a:srgbClr val="FF5292"/>
                  </a:solidFill>
                  <a:latin typeface="vivo Sans Extrabold" panose="02000500000000000000" pitchFamily="2" charset="-122"/>
                  <a:ea typeface="vivo Sans Extrabold" panose="02000500000000000000" pitchFamily="2" charset="-122"/>
                  <a:cs typeface="vivo Sans Extrabold" panose="02000500000000000000" pitchFamily="2" charset="-122"/>
                </a:rPr>
                <a:t>2.</a:t>
              </a:r>
              <a:endParaRPr kumimoji="1" lang="zh-CN" altLang="en-US" sz="4000" b="1">
                <a:solidFill>
                  <a:srgbClr val="FF5292"/>
                </a:solidFill>
                <a:latin typeface="vivo Sans Extrabold" panose="02000500000000000000" pitchFamily="2" charset="-122"/>
                <a:ea typeface="vivo Sans Extrabold" panose="02000500000000000000" pitchFamily="2" charset="-122"/>
                <a:cs typeface="vivo Sans Extrabold" panose="02000500000000000000" pitchFamily="2" charset="-122"/>
              </a:endParaRPr>
            </a:p>
          </p:txBody>
        </p:sp>
        <p:sp>
          <p:nvSpPr>
            <p:cNvPr id="23" name="文本框 3"/>
            <p:cNvSpPr txBox="1"/>
            <p:nvPr/>
          </p:nvSpPr>
          <p:spPr>
            <a:xfrm>
              <a:off x="3702795" y="3979152"/>
              <a:ext cx="659155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/>
              <a:r>
                <a:rPr kumimoji="1" lang="en-US" altLang="zh-CN" sz="4000" b="1">
                  <a:solidFill>
                    <a:srgbClr val="FFB000">
                      <a:alpha val="40000"/>
                    </a:srgbClr>
                  </a:solidFill>
                  <a:latin typeface="vivo Sans Extrabold" panose="02000500000000000000" pitchFamily="2" charset="-122"/>
                  <a:ea typeface="vivo Sans Extrabold" panose="02000500000000000000" pitchFamily="2" charset="-122"/>
                  <a:cs typeface="vivo Sans Extrabold" panose="02000500000000000000" pitchFamily="2" charset="-122"/>
                </a:rPr>
                <a:t>3.</a:t>
              </a:r>
              <a:endParaRPr kumimoji="1" lang="zh-CN" altLang="en-US" sz="4000" b="1">
                <a:solidFill>
                  <a:srgbClr val="FFB000">
                    <a:alpha val="40000"/>
                  </a:srgbClr>
                </a:solidFill>
                <a:latin typeface="vivo Sans Extrabold" panose="02000500000000000000" pitchFamily="2" charset="-122"/>
                <a:ea typeface="vivo Sans Extrabold" panose="02000500000000000000" pitchFamily="2" charset="-122"/>
                <a:cs typeface="vivo Sans Extrabold" panose="02000500000000000000" pitchFamily="2" charset="-122"/>
              </a:endParaRPr>
            </a:p>
          </p:txBody>
        </p:sp>
        <p:sp>
          <p:nvSpPr>
            <p:cNvPr id="24" name="文本框 4"/>
            <p:cNvSpPr txBox="1"/>
            <p:nvPr/>
          </p:nvSpPr>
          <p:spPr>
            <a:xfrm>
              <a:off x="4527287" y="1611222"/>
              <a:ext cx="2101857" cy="6667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/>
              <a:r>
                <a:rPr kumimoji="1" lang="zh-CN" altLang="en-US" sz="3735">
                  <a:solidFill>
                    <a:srgbClr val="E7E6E6">
                      <a:lumMod val="90000"/>
                    </a:srgbClr>
                  </a:solidFill>
                  <a:latin typeface="vivo Sans Medium" panose="02000500000000000000" pitchFamily="2" charset="-122"/>
                  <a:ea typeface="vivo Sans Medium" panose="02000500000000000000" pitchFamily="2" charset="-122"/>
                  <a:cs typeface="vivo Sans Medium" panose="02000500000000000000" pitchFamily="2" charset="-122"/>
                </a:rPr>
                <a:t>团队介绍</a:t>
              </a:r>
              <a:endParaRPr kumimoji="1" lang="zh-CN" altLang="en-US" sz="3735">
                <a:solidFill>
                  <a:srgbClr val="E7E6E6">
                    <a:lumMod val="90000"/>
                  </a:srgbClr>
                </a:solidFill>
                <a:latin typeface="vivo Sans Medium" panose="02000500000000000000" pitchFamily="2" charset="-122"/>
                <a:ea typeface="vivo Sans Medium" panose="02000500000000000000" pitchFamily="2" charset="-122"/>
                <a:cs typeface="vivo Sans Medium" panose="02000500000000000000" pitchFamily="2" charset="-122"/>
              </a:endParaRPr>
            </a:p>
          </p:txBody>
        </p:sp>
        <p:sp>
          <p:nvSpPr>
            <p:cNvPr id="25" name="文本框 5"/>
            <p:cNvSpPr txBox="1"/>
            <p:nvPr/>
          </p:nvSpPr>
          <p:spPr>
            <a:xfrm>
              <a:off x="4527287" y="2787239"/>
              <a:ext cx="2101857" cy="6667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/>
              <a:r>
                <a:rPr kumimoji="1" lang="zh-CN" altLang="en-US" sz="3735">
                  <a:solidFill>
                    <a:prstClr val="black"/>
                  </a:solidFill>
                  <a:latin typeface="vivo Sans Extrabold" panose="02000500000000000000" pitchFamily="2" charset="-122"/>
                  <a:ea typeface="vivo Sans Extrabold" panose="02000500000000000000" pitchFamily="2" charset="-122"/>
                  <a:cs typeface="vivo Sans Extrabold" panose="02000500000000000000" pitchFamily="2" charset="-122"/>
                </a:rPr>
                <a:t>作品简介</a:t>
              </a:r>
              <a:endParaRPr kumimoji="1" lang="zh-CN" altLang="en-US" sz="3735">
                <a:solidFill>
                  <a:prstClr val="black"/>
                </a:solidFill>
                <a:latin typeface="vivo Sans Extrabold" panose="02000500000000000000" pitchFamily="2" charset="-122"/>
                <a:ea typeface="vivo Sans Extrabold" panose="02000500000000000000" pitchFamily="2" charset="-122"/>
                <a:cs typeface="vivo Sans Extrabold" panose="02000500000000000000" pitchFamily="2" charset="-122"/>
              </a:endParaRPr>
            </a:p>
          </p:txBody>
        </p:sp>
        <p:sp>
          <p:nvSpPr>
            <p:cNvPr id="26" name="文本框 6"/>
            <p:cNvSpPr txBox="1"/>
            <p:nvPr/>
          </p:nvSpPr>
          <p:spPr>
            <a:xfrm>
              <a:off x="4527287" y="3999702"/>
              <a:ext cx="2101857" cy="6667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/>
              <a:r>
                <a:rPr kumimoji="1" lang="zh-CN" altLang="en-US" sz="3735">
                  <a:solidFill>
                    <a:srgbClr val="E7E6E6">
                      <a:lumMod val="90000"/>
                    </a:srgbClr>
                  </a:solidFill>
                  <a:latin typeface="vivo Sans Medium" panose="02000500000000000000" pitchFamily="2" charset="-122"/>
                  <a:ea typeface="vivo Sans Medium" panose="02000500000000000000" pitchFamily="2" charset="-122"/>
                  <a:cs typeface="vivo Sans Medium" panose="02000500000000000000" pitchFamily="2" charset="-122"/>
                </a:rPr>
                <a:t>作品策划</a:t>
              </a:r>
              <a:endParaRPr kumimoji="1" lang="zh-CN" altLang="en-US" sz="3735">
                <a:solidFill>
                  <a:srgbClr val="E7E6E6">
                    <a:lumMod val="90000"/>
                  </a:srgbClr>
                </a:solidFill>
                <a:latin typeface="vivo Sans Medium" panose="02000500000000000000" pitchFamily="2" charset="-122"/>
                <a:ea typeface="vivo Sans Medium" panose="02000500000000000000" pitchFamily="2" charset="-122"/>
                <a:cs typeface="vivo Sans Medium" panose="02000500000000000000" pitchFamily="2" charset="-122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rcRect l="4227" r="4227"/>
          <a:stretch>
            <a:fillRect/>
          </a:stretch>
        </p:blipFill>
        <p:spPr>
          <a:xfrm>
            <a:off x="5920740" y="0"/>
            <a:ext cx="6277610" cy="6857365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9886" h="10799">
                <a:moveTo>
                  <a:pt x="2361" y="0"/>
                </a:moveTo>
                <a:lnTo>
                  <a:pt x="9886" y="0"/>
                </a:lnTo>
                <a:lnTo>
                  <a:pt x="9886" y="10799"/>
                </a:lnTo>
                <a:lnTo>
                  <a:pt x="2232" y="10798"/>
                </a:lnTo>
                <a:lnTo>
                  <a:pt x="0" y="5399"/>
                </a:lnTo>
                <a:lnTo>
                  <a:pt x="2361" y="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schemeClr val="accent1">
                <a:alpha val="20000"/>
              </a:schemeClr>
            </a:solidFill>
          </a:ln>
        </p:spPr>
      </p:pic>
      <p:sp>
        <p:nvSpPr>
          <p:cNvPr id="3" name="标题 2"/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907732" y="1591309"/>
            <a:ext cx="4014787" cy="1462088"/>
          </a:xfrm>
        </p:spPr>
        <p:txBody>
          <a:bodyPr lIns="0" tIns="0" rIns="0" bIns="0" anchor="t" anchorCtr="0">
            <a:noAutofit/>
          </a:bodyPr>
          <a:lstStyle/>
          <a:p>
            <a:pPr algn="l"/>
            <a:r>
              <a:rPr lang="zh-CN" altLang="en-US" sz="4400"/>
              <a:t>作品简介</a:t>
            </a:r>
            <a:endParaRPr lang="zh-CN" altLang="en-US" sz="4400"/>
          </a:p>
        </p:txBody>
      </p:sp>
      <p:sp>
        <p:nvSpPr>
          <p:cNvPr id="6" name="图形 4"/>
          <p:cNvSpPr/>
          <p:nvPr>
            <p:custDataLst>
              <p:tags r:id="rId4"/>
            </p:custDataLst>
          </p:nvPr>
        </p:nvSpPr>
        <p:spPr>
          <a:xfrm rot="10800000">
            <a:off x="5753735" y="0"/>
            <a:ext cx="1983740" cy="6858635"/>
          </a:xfrm>
          <a:custGeom>
            <a:avLst/>
            <a:gdLst>
              <a:gd name="connsiteX0" fmla="*/ 0 w 4532499"/>
              <a:gd name="connsiteY0" fmla="*/ 0 h 6847690"/>
              <a:gd name="connsiteX1" fmla="*/ 1343436 w 4532499"/>
              <a:gd name="connsiteY1" fmla="*/ 0 h 6847690"/>
              <a:gd name="connsiteX2" fmla="*/ 4532500 w 4532499"/>
              <a:gd name="connsiteY2" fmla="*/ 3423846 h 6847690"/>
              <a:gd name="connsiteX3" fmla="*/ 1343436 w 4532499"/>
              <a:gd name="connsiteY3" fmla="*/ 6847691 h 6847690"/>
              <a:gd name="connsiteX4" fmla="*/ 0 w 4532499"/>
              <a:gd name="connsiteY4" fmla="*/ 6847691 h 6847690"/>
              <a:gd name="connsiteX5" fmla="*/ 3205041 w 4532499"/>
              <a:gd name="connsiteY5" fmla="*/ 3423846 h 68476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32499" h="6847690">
                <a:moveTo>
                  <a:pt x="0" y="0"/>
                </a:moveTo>
                <a:lnTo>
                  <a:pt x="1343436" y="0"/>
                </a:lnTo>
                <a:lnTo>
                  <a:pt x="4532500" y="3423846"/>
                </a:lnTo>
                <a:lnTo>
                  <a:pt x="1343436" y="6847691"/>
                </a:lnTo>
                <a:lnTo>
                  <a:pt x="0" y="6847691"/>
                </a:lnTo>
                <a:lnTo>
                  <a:pt x="3205041" y="3423846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75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</a:gradFill>
          <a:ln w="16801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>
              <a:solidFill>
                <a:schemeClr val="accent6"/>
              </a:solidFill>
            </a:endParaRPr>
          </a:p>
        </p:txBody>
      </p:sp>
      <p:sp>
        <p:nvSpPr>
          <p:cNvPr id="7" name="任意多边形: 形状 6"/>
          <p:cNvSpPr/>
          <p:nvPr>
            <p:custDataLst>
              <p:tags r:id="rId5"/>
            </p:custDataLst>
          </p:nvPr>
        </p:nvSpPr>
        <p:spPr>
          <a:xfrm>
            <a:off x="5519420" y="-635"/>
            <a:ext cx="1508125" cy="6858635"/>
          </a:xfrm>
          <a:custGeom>
            <a:avLst/>
            <a:gdLst>
              <a:gd name="connsiteX0" fmla="*/ 1410247 w 1508125"/>
              <a:gd name="connsiteY0" fmla="*/ 0 h 6858635"/>
              <a:gd name="connsiteX1" fmla="*/ 1508125 w 1508125"/>
              <a:gd name="connsiteY1" fmla="*/ 0 h 6858635"/>
              <a:gd name="connsiteX2" fmla="*/ 109273 w 1508125"/>
              <a:gd name="connsiteY2" fmla="*/ 3441458 h 6858635"/>
              <a:gd name="connsiteX3" fmla="*/ 108509 w 1508125"/>
              <a:gd name="connsiteY3" fmla="*/ 3441471 h 6858635"/>
              <a:gd name="connsiteX4" fmla="*/ 1493656 w 1508125"/>
              <a:gd name="connsiteY4" fmla="*/ 6858635 h 6858635"/>
              <a:gd name="connsiteX5" fmla="*/ 1400449 w 1508125"/>
              <a:gd name="connsiteY5" fmla="*/ 6858635 h 6858635"/>
              <a:gd name="connsiteX6" fmla="*/ 1881 w 1508125"/>
              <a:gd name="connsiteY6" fmla="*/ 3443337 h 6858635"/>
              <a:gd name="connsiteX7" fmla="*/ 0 w 1508125"/>
              <a:gd name="connsiteY7" fmla="*/ 3443370 h 6858635"/>
              <a:gd name="connsiteX8" fmla="*/ 1410247 w 1508125"/>
              <a:gd name="connsiteY8" fmla="*/ 0 h 68586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08125" h="6858635">
                <a:moveTo>
                  <a:pt x="1410247" y="0"/>
                </a:moveTo>
                <a:lnTo>
                  <a:pt x="1508125" y="0"/>
                </a:lnTo>
                <a:lnTo>
                  <a:pt x="109273" y="3441458"/>
                </a:lnTo>
                <a:lnTo>
                  <a:pt x="108509" y="3441471"/>
                </a:lnTo>
                <a:lnTo>
                  <a:pt x="1493656" y="6858635"/>
                </a:lnTo>
                <a:lnTo>
                  <a:pt x="1400449" y="6858635"/>
                </a:lnTo>
                <a:lnTo>
                  <a:pt x="1881" y="3443337"/>
                </a:lnTo>
                <a:lnTo>
                  <a:pt x="0" y="3443370"/>
                </a:lnTo>
                <a:lnTo>
                  <a:pt x="1410247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1" name="圆角矩形 13"/>
          <p:cNvSpPr/>
          <p:nvPr>
            <p:custDataLst>
              <p:tags r:id="rId6"/>
            </p:custDataLst>
          </p:nvPr>
        </p:nvSpPr>
        <p:spPr>
          <a:xfrm>
            <a:off x="708329" y="3233116"/>
            <a:ext cx="3738245" cy="931324"/>
          </a:xfrm>
          <a:prstGeom prst="roundRect">
            <a:avLst>
              <a:gd name="adj" fmla="val 0"/>
            </a:avLst>
          </a:prstGeom>
          <a:gradFill>
            <a:gsLst>
              <a:gs pos="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0"/>
          </a:gradFill>
          <a:ln>
            <a:noFill/>
          </a:ln>
          <a:effectLst>
            <a:outerShdw blurRad="127000" dist="38100" dir="2700000" algn="tl" rotWithShape="0">
              <a:schemeClr val="accent1">
                <a:alpha val="25000"/>
              </a:schemeClr>
            </a:outerShdw>
          </a:effectLst>
        </p:spPr>
        <p:style>
          <a:lnRef idx="2">
            <a:srgbClr val="376FFF">
              <a:shade val="50000"/>
            </a:srgbClr>
          </a:lnRef>
          <a:fillRef idx="1">
            <a:srgbClr val="376FFF"/>
          </a:fillRef>
          <a:effectRef idx="0">
            <a:srgbClr val="376FFF"/>
          </a:effectRef>
          <a:fontRef idx="minor">
            <a:srgbClr val="FFFFFF"/>
          </a:fontRef>
        </p:style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sz="2000" kern="0">
                <a:ln>
                  <a:noFill/>
                  <a:prstDash val="sysDot"/>
                </a:ln>
                <a:solidFill>
                  <a:schemeClr val="bg1"/>
                </a:solidFill>
                <a:latin typeface="华文中宋" panose="02010600040101010101" charset="-122"/>
                <a:ea typeface="华文中宋" panose="02010600040101010101" charset="-122"/>
                <a:sym typeface="+mn-ea"/>
              </a:rPr>
              <a:t>作品名称：Bluelm-Shopguard</a:t>
            </a:r>
            <a:endParaRPr lang="zh-CN">
              <a:solidFill>
                <a:schemeClr val="bg1"/>
              </a:solidFill>
            </a:endParaRPr>
          </a:p>
        </p:txBody>
      </p:sp>
    </p:spTree>
    <p:custDataLst>
      <p:tags r:id="rId7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445698" y="267878"/>
            <a:ext cx="9300603" cy="291939"/>
          </a:xfrm>
        </p:spPr>
        <p:txBody>
          <a:bodyPr/>
          <a:lstStyle/>
          <a:p>
            <a:r>
              <a:rPr lang="zh-CN" sz="1400" b="0" spc="23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sym typeface="+mn-ea"/>
              </a:rPr>
              <a:t>理解用户输入意图</a:t>
            </a:r>
            <a:endParaRPr lang="zh-CN"/>
          </a:p>
        </p:txBody>
      </p:sp>
      <p:sp>
        <p:nvSpPr>
          <p:cNvPr id="3" name="文本框 2"/>
          <p:cNvSpPr txBox="1"/>
          <p:nvPr/>
        </p:nvSpPr>
        <p:spPr>
          <a:xfrm>
            <a:off x="793750" y="471170"/>
            <a:ext cx="10971530" cy="32918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pPr indent="0">
              <a:lnSpc>
                <a:spcPct val="150000"/>
              </a:lnSpc>
              <a:buFont typeface="Wingdings" panose="05000000000000000000" pitchFamily="2" charset="2"/>
              <a:buNone/>
            </a:pPr>
            <a:endParaRPr lang="en-US" altLang="zh-CN">
              <a:solidFill>
                <a:srgbClr val="415FFF"/>
              </a:solidFill>
              <a:latin typeface="vivo Sans" panose="02000500000000000000" pitchFamily="2" charset="-122"/>
              <a:ea typeface="vivo Sans" panose="02000500000000000000" pitchFamily="2" charset="-122"/>
              <a:cs typeface="vivo Sans" panose="02000500000000000000" pitchFamily="2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zh-CN" altLang="en-US" sz="2000">
                <a:solidFill>
                  <a:srgbClr val="415FFF"/>
                </a:solidFill>
                <a:latin typeface="vivo Sans"/>
                <a:ea typeface="vivo Sans" panose="02000500000000000000" pitchFamily="2" charset="-122"/>
                <a:cs typeface="vivo Sans" panose="02000500000000000000" pitchFamily="2" charset="-122"/>
                <a:sym typeface="+mn-ea"/>
              </a:rPr>
              <a:t>作品概述</a:t>
            </a:r>
            <a:r>
              <a:rPr lang="zh-CN" altLang="en-US" sz="2000">
                <a:latin typeface="vivo Sans"/>
                <a:ea typeface="vivo Sans" panose="02000500000000000000" pitchFamily="2" charset="-122"/>
                <a:cs typeface="vivo Sans" panose="02000500000000000000" pitchFamily="2" charset="-122"/>
                <a:sym typeface="+mn-ea"/>
              </a:rPr>
              <a:t>：</a:t>
            </a:r>
            <a:r>
              <a:rPr lang="en-US" altLang="zh-CN" sz="2000" dirty="0">
                <a:ea typeface="华文中宋" panose="02010600040101010101" charset="-122"/>
              </a:rPr>
              <a:t> </a:t>
            </a:r>
            <a:endParaRPr lang="en-US" altLang="zh-CN" dirty="0">
              <a:ea typeface="华文中宋" panose="02010600040101010101" charset="-122"/>
            </a:endParaRPr>
          </a:p>
          <a:p>
            <a:pPr indent="457200">
              <a:lnSpc>
                <a:spcPct val="130000"/>
              </a:lnSpc>
            </a:pPr>
            <a:r>
              <a:rPr lang="en-US" altLang="zh-CN" sz="2000" dirty="0" err="1">
                <a:latin typeface="Gill Sans MT" panose="020B0502020104020203"/>
                <a:ea typeface="华文中宋" panose="02010600040101010101" charset="-122"/>
                <a:cs typeface="+mn-lt"/>
              </a:rPr>
              <a:t>Bluelm-ShopGuard</a:t>
            </a:r>
            <a:r>
              <a:rPr lang="zh-CN" altLang="en-US" sz="2000">
                <a:ea typeface="华文中宋" panose="02010600040101010101" charset="-122"/>
                <a:cs typeface="+mn-lt"/>
              </a:rPr>
              <a:t>是一款基于蓝心大模型</a:t>
            </a:r>
            <a:r>
              <a:rPr lang="en-US" altLang="zh-CN" sz="2000" dirty="0">
                <a:ea typeface="华文中宋" panose="02010600040101010101" charset="-122"/>
                <a:cs typeface="+mn-lt"/>
              </a:rPr>
              <a:t>API</a:t>
            </a:r>
            <a:r>
              <a:rPr lang="zh-CN" altLang="en-US" sz="2000">
                <a:ea typeface="华文中宋" panose="02010600040101010101" charset="-122"/>
                <a:cs typeface="+mn-lt"/>
              </a:rPr>
              <a:t>开发的智能购物反诈快应用，专为移动端消费者打造。该产品通过轻量化快应用形式，为用户提供</a:t>
            </a:r>
            <a:r>
              <a:rPr lang="en-US" altLang="zh-CN" sz="2000" dirty="0">
                <a:ea typeface="华文中宋" panose="02010600040101010101" charset="-122"/>
                <a:cs typeface="+mn-lt"/>
              </a:rPr>
              <a:t>"</a:t>
            </a:r>
            <a:r>
              <a:rPr lang="zh-CN" altLang="en-US" sz="2000">
                <a:ea typeface="华文中宋" panose="02010600040101010101" charset="-122"/>
                <a:cs typeface="+mn-lt"/>
              </a:rPr>
              <a:t>即点即用</a:t>
            </a:r>
            <a:r>
              <a:rPr lang="en-US" altLang="zh-CN" sz="2000" dirty="0">
                <a:ea typeface="华文中宋" panose="02010600040101010101" charset="-122"/>
                <a:cs typeface="+mn-lt"/>
              </a:rPr>
              <a:t>"</a:t>
            </a:r>
            <a:r>
              <a:rPr lang="zh-CN" altLang="en-US" sz="2000">
                <a:ea typeface="华文中宋" panose="02010600040101010101" charset="-122"/>
                <a:cs typeface="+mn-lt"/>
              </a:rPr>
              <a:t>的</a:t>
            </a:r>
            <a:r>
              <a:rPr lang="en-US" altLang="zh-CN" sz="2000" dirty="0">
                <a:ea typeface="华文中宋" panose="02010600040101010101" charset="-122"/>
                <a:cs typeface="+mn-lt"/>
              </a:rPr>
              <a:t>AI</a:t>
            </a:r>
            <a:r>
              <a:rPr lang="zh-CN" altLang="en-US" sz="2000">
                <a:ea typeface="华文中宋" panose="02010600040101010101" charset="-122"/>
                <a:cs typeface="+mn-lt"/>
              </a:rPr>
              <a:t>反诈服务，无需下载安装即可快速识别网购中的虚假宣传、价格欺诈和交易风险。同时也支持Webapp网页访问和本地部署。</a:t>
            </a:r>
            <a:endParaRPr lang="zh-CN" altLang="en-US">
              <a:ea typeface="华文中宋" panose="02010600040101010101" charset="-122"/>
            </a:endParaRPr>
          </a:p>
          <a:p>
            <a:pPr indent="457200">
              <a:lnSpc>
                <a:spcPct val="130000"/>
              </a:lnSpc>
            </a:pPr>
            <a:endParaRPr lang="zh-CN" altLang="en-US" sz="2000">
              <a:ea typeface="华文中宋" panose="02010600040101010101" charset="-122"/>
              <a:cs typeface="+mn-lt"/>
            </a:endParaRPr>
          </a:p>
          <a:p>
            <a:pPr indent="457200">
              <a:lnSpc>
                <a:spcPct val="130000"/>
              </a:lnSpc>
            </a:pPr>
            <a:r>
              <a:rPr lang="en-US" sz="2000" dirty="0" err="1">
                <a:ea typeface="华文中宋" panose="02010600040101010101" charset="-122"/>
                <a:cs typeface="+mn-lt"/>
              </a:rPr>
              <a:t>产品采用拟人化交互设计</a:t>
            </a:r>
            <a:r>
              <a:rPr lang="zh-CN" altLang="en-US" sz="2000">
                <a:ea typeface="华文中宋" panose="02010600040101010101" charset="-122"/>
                <a:cs typeface="+mn-lt"/>
              </a:rPr>
              <a:t>，结合动态验证和多维度评估技术，能够实时分析商品价格合理性、平台可信度、宣传真实性以及支付安全性等重要指标。通过直观的星级评分和风险提示，帮助用户在网购前咨询、交易中预警以及大额商品购买时做出更明智的决策。</a:t>
            </a:r>
            <a:endParaRPr lang="en-US" altLang="zh-CN"/>
          </a:p>
          <a:p>
            <a:pPr indent="457200">
              <a:lnSpc>
                <a:spcPct val="130000"/>
              </a:lnSpc>
              <a:buFont typeface="Wingdings" panose="05000000000000000000" pitchFamily="2" charset="2"/>
              <a:buNone/>
            </a:pPr>
            <a:endParaRPr lang="en-US" altLang="zh-CN" sz="2000">
              <a:ea typeface="华文中宋" panose="02010600040101010101" charset="-122"/>
            </a:endParaRPr>
          </a:p>
          <a:p>
            <a:pPr indent="457200">
              <a:lnSpc>
                <a:spcPct val="130000"/>
              </a:lnSpc>
            </a:pPr>
            <a:r>
              <a:rPr lang="zh-CN" sz="2000">
                <a:latin typeface="华文中宋" panose="02010600040101010101" charset="-122"/>
                <a:ea typeface="华文中宋" panose="02010600040101010101" charset="-122"/>
                <a:cs typeface="+mn-lt"/>
              </a:rPr>
              <a:t>核心功能为以反购物诈骗为中心的的多种功能，包括智能话术识别、实时比价系统、全链路风险评估和可视化结果生成等，适用于多种购物交易高风险场景。</a:t>
            </a:r>
            <a:r>
              <a:rPr lang="en-US" altLang="zh-CN" sz="2000" dirty="0" err="1">
                <a:latin typeface="华文中宋" panose="02010600040101010101" charset="-122"/>
                <a:ea typeface="华文中宋" panose="02010600040101010101" charset="-122"/>
                <a:cs typeface="+mn-lt"/>
              </a:rPr>
              <a:t>Bluelm-ShopGuard</a:t>
            </a:r>
            <a:r>
              <a:rPr lang="zh-CN" sz="2000">
                <a:latin typeface="华文中宋" panose="02010600040101010101" charset="-122"/>
                <a:ea typeface="华文中宋" panose="02010600040101010101" charset="-122"/>
                <a:cs typeface="+mn-lt"/>
              </a:rPr>
              <a:t>以轻量便捷的使用体验和精准的风险评估能力，致力于为用户构建更安全、透明的移动购物环境。</a:t>
            </a:r>
            <a:endParaRPr lang="zh-CN">
              <a:latin typeface="华文中宋" panose="02010600040101010101" charset="-122"/>
            </a:endParaRPr>
          </a:p>
          <a:p>
            <a:pPr indent="457200">
              <a:lnSpc>
                <a:spcPct val="130000"/>
              </a:lnSpc>
              <a:buFont typeface="Wingdings" panose="05000000000000000000" pitchFamily="2" charset="2"/>
            </a:pPr>
            <a:endParaRPr lang="zh-CN" altLang="en-US" sz="2000">
              <a:ea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445698" y="267878"/>
            <a:ext cx="9300603" cy="661670"/>
          </a:xfrm>
        </p:spPr>
        <p:txBody>
          <a:bodyPr/>
          <a:lstStyle/>
          <a:p>
            <a:r>
              <a:rPr lang="zh-CN" altLang="en-US" b="0" spc="230">
                <a:latin typeface="vivo Sans" panose="02000500000000000000" pitchFamily="2" charset="-122"/>
                <a:ea typeface="vivo Sans" panose="02000500000000000000" pitchFamily="2" charset="-122"/>
                <a:cs typeface="vivo Sans" panose="02000500000000000000" pitchFamily="2" charset="-122"/>
                <a:sym typeface="+mn-ea"/>
              </a:rPr>
              <a:t>作品简介</a:t>
            </a:r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1919605" y="2348865"/>
            <a:ext cx="2850515" cy="168148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0">
              <a:lnSpc>
                <a:spcPct val="150000"/>
              </a:lnSpc>
              <a:buFont typeface="Wingdings" panose="05000000000000000000" pitchFamily="2" charset="2"/>
              <a:buNone/>
            </a:pPr>
            <a:endParaRPr lang="en-US" altLang="zh-CN">
              <a:solidFill>
                <a:srgbClr val="415FFF"/>
              </a:solidFill>
              <a:latin typeface="vivo Sans" panose="02000500000000000000" pitchFamily="2" charset="-122"/>
              <a:ea typeface="vivo Sans" panose="02000500000000000000" pitchFamily="2" charset="-122"/>
              <a:cs typeface="vivo Sans" panose="02000500000000000000" pitchFamily="2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zh-CN" altLang="en-US" sz="2400">
                <a:solidFill>
                  <a:srgbClr val="415FFF"/>
                </a:solidFill>
                <a:latin typeface="vivo Sans" panose="02000500000000000000" pitchFamily="2" charset="-122"/>
                <a:ea typeface="vivo Sans" panose="02000500000000000000" pitchFamily="2" charset="-122"/>
                <a:cs typeface="vivo Sans" panose="02000500000000000000" pitchFamily="2" charset="-122"/>
                <a:sym typeface="+mn-ea"/>
              </a:rPr>
              <a:t>作品宣传海报：</a:t>
            </a:r>
            <a:endParaRPr lang="en-US" altLang="zh-CN" sz="2400">
              <a:solidFill>
                <a:srgbClr val="415FFF"/>
              </a:solidFill>
              <a:effectLst/>
              <a:latin typeface="vivo Sans" panose="02000500000000000000" pitchFamily="2" charset="-122"/>
              <a:ea typeface="vivo Sans" panose="02000500000000000000" pitchFamily="2" charset="-122"/>
              <a:cs typeface="vivo Sans" panose="02000500000000000000" pitchFamily="2" charset="-122"/>
            </a:endParaRPr>
          </a:p>
          <a:p>
            <a:pPr indent="0">
              <a:lnSpc>
                <a:spcPct val="150000"/>
              </a:lnSpc>
              <a:buFont typeface="Wingdings" panose="05000000000000000000" pitchFamily="2" charset="2"/>
              <a:buNone/>
            </a:pPr>
            <a:endParaRPr kumimoji="1" lang="zh-CN" altLang="en-US">
              <a:solidFill>
                <a:srgbClr val="415FFF"/>
              </a:solidFill>
              <a:latin typeface="vivo Sans" panose="02000500000000000000" pitchFamily="2" charset="-122"/>
              <a:ea typeface="vivo Sans" panose="02000500000000000000" pitchFamily="2" charset="-122"/>
              <a:cs typeface="vivo Sans" panose="02000500000000000000" pitchFamily="2" charset="-122"/>
            </a:endParaRPr>
          </a:p>
          <a:p>
            <a:endParaRPr kumimoji="1" lang="zh-CN" altLang="en-US">
              <a:solidFill>
                <a:srgbClr val="415FFF"/>
              </a:solidFill>
              <a:latin typeface="vivo Sans" panose="02000500000000000000" pitchFamily="2" charset="-122"/>
              <a:ea typeface="vivo Sans" panose="02000500000000000000" pitchFamily="2" charset="-122"/>
              <a:cs typeface="vivo Sans" panose="02000500000000000000" pitchFamily="2" charset="-122"/>
            </a:endParaRPr>
          </a:p>
        </p:txBody>
      </p:sp>
      <p:sp>
        <p:nvSpPr>
          <p:cNvPr id="11" name="矩形 10"/>
          <p:cNvSpPr/>
          <p:nvPr>
            <p:custDataLst>
              <p:tags r:id="rId1"/>
            </p:custDataLst>
          </p:nvPr>
        </p:nvSpPr>
        <p:spPr>
          <a:xfrm>
            <a:off x="-23137" y="2317363"/>
            <a:ext cx="8416760" cy="34677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EAEAEA"/>
              </a:solidFill>
            </a:endParaRPr>
          </a:p>
        </p:txBody>
      </p:sp>
      <p:sp>
        <p:nvSpPr>
          <p:cNvPr id="7" name="标题 6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2085671" y="3426764"/>
            <a:ext cx="3355975" cy="1922145"/>
          </a:xfrm>
          <a:prstGeom prst="rect">
            <a:avLst/>
          </a:prstGeom>
        </p:spPr>
        <p:txBody>
          <a:bodyPr vert="horz" wrap="square" lIns="0" tIns="0" rIns="91440" bIns="46800" rtlCol="0" anchor="t" anchorCtr="0">
            <a:normAutofit/>
          </a:bodyPr>
          <a:lstStyle>
            <a:lvl1pPr algn="l" defTabSz="914400" rtl="0" eaLnBrk="1" latinLnBrk="0" hangingPunct="1">
              <a:lnSpc>
                <a:spcPct val="125000"/>
              </a:lnSpc>
              <a:spcBef>
                <a:spcPct val="0"/>
              </a:spcBef>
              <a:buNone/>
              <a:defRPr sz="3200" b="1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vivo Sans Bold" panose="02000500000000000000" pitchFamily="2" charset="-122"/>
                <a:ea typeface="vivo Sans Bold" panose="02000500000000000000" pitchFamily="2" charset="-122"/>
                <a:cs typeface="vivo Sans Bold" panose="02000500000000000000" pitchFamily="2" charset="-122"/>
              </a:defRPr>
            </a:lvl1pPr>
          </a:lstStyle>
          <a:p>
            <a:r>
              <a:rPr lang="zh-CN" altLang="en-US" sz="3400">
                <a:ln>
                  <a:noFill/>
                  <a:prstDash val="sysDot"/>
                </a:ln>
                <a:solidFill>
                  <a:schemeClr val="dk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作品宣传海报</a:t>
            </a:r>
            <a:r>
              <a:rPr lang="en-US" altLang="zh-CN" sz="3400">
                <a:ln>
                  <a:noFill/>
                  <a:prstDash val="sysDot"/>
                </a:ln>
                <a:solidFill>
                  <a:schemeClr val="dk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:</a:t>
            </a:r>
            <a:endParaRPr lang="en-US" altLang="zh-CN" sz="3400">
              <a:ln>
                <a:noFill/>
                <a:prstDash val="sysDot"/>
              </a:ln>
              <a:solidFill>
                <a:schemeClr val="dk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7314" y="386522"/>
            <a:ext cx="4053205" cy="60807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组合 7"/>
          <p:cNvGrpSpPr/>
          <p:nvPr/>
        </p:nvGrpSpPr>
        <p:grpSpPr>
          <a:xfrm>
            <a:off x="4632826" y="1590672"/>
            <a:ext cx="3001691" cy="3096366"/>
            <a:chOff x="3702795" y="1590672"/>
            <a:chExt cx="3001691" cy="3096366"/>
          </a:xfrm>
        </p:grpSpPr>
        <p:sp>
          <p:nvSpPr>
            <p:cNvPr id="33" name="文本框 1"/>
            <p:cNvSpPr txBox="1"/>
            <p:nvPr/>
          </p:nvSpPr>
          <p:spPr>
            <a:xfrm>
              <a:off x="3702799" y="1590672"/>
              <a:ext cx="59182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/>
              <a:r>
                <a:rPr kumimoji="1" lang="en-US" altLang="zh-CN" sz="4000" b="1">
                  <a:solidFill>
                    <a:srgbClr val="446FFF">
                      <a:alpha val="50000"/>
                    </a:srgbClr>
                  </a:solidFill>
                  <a:latin typeface="vivo Sans Extrabold" panose="02000500000000000000" pitchFamily="2" charset="-122"/>
                  <a:ea typeface="vivo Sans Extrabold" panose="02000500000000000000" pitchFamily="2" charset="-122"/>
                  <a:cs typeface="vivo Sans Extrabold" panose="02000500000000000000" pitchFamily="2" charset="-122"/>
                </a:rPr>
                <a:t>1.</a:t>
              </a:r>
              <a:endParaRPr kumimoji="1" lang="zh-CN" altLang="en-US" sz="4000" b="1">
                <a:solidFill>
                  <a:srgbClr val="446FFF">
                    <a:alpha val="50000"/>
                  </a:srgbClr>
                </a:solidFill>
                <a:latin typeface="vivo Sans Extrabold" panose="02000500000000000000" pitchFamily="2" charset="-122"/>
                <a:ea typeface="vivo Sans Extrabold" panose="02000500000000000000" pitchFamily="2" charset="-122"/>
                <a:cs typeface="vivo Sans Extrabold" panose="02000500000000000000" pitchFamily="2" charset="-122"/>
              </a:endParaRPr>
            </a:p>
          </p:txBody>
        </p:sp>
        <p:sp>
          <p:nvSpPr>
            <p:cNvPr id="34" name="文本框 2"/>
            <p:cNvSpPr txBox="1"/>
            <p:nvPr/>
          </p:nvSpPr>
          <p:spPr>
            <a:xfrm>
              <a:off x="3702795" y="2766689"/>
              <a:ext cx="649537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/>
              <a:r>
                <a:rPr kumimoji="1" lang="en-US" altLang="zh-CN" sz="4000" b="1">
                  <a:solidFill>
                    <a:srgbClr val="FF5292">
                      <a:alpha val="50000"/>
                    </a:srgbClr>
                  </a:solidFill>
                  <a:latin typeface="vivo Sans Extrabold" panose="02000500000000000000" pitchFamily="2" charset="-122"/>
                  <a:ea typeface="vivo Sans Extrabold" panose="02000500000000000000" pitchFamily="2" charset="-122"/>
                  <a:cs typeface="vivo Sans Extrabold" panose="02000500000000000000" pitchFamily="2" charset="-122"/>
                </a:rPr>
                <a:t>2.</a:t>
              </a:r>
              <a:endParaRPr kumimoji="1" lang="zh-CN" altLang="en-US" sz="4000" b="1">
                <a:solidFill>
                  <a:srgbClr val="FF5292">
                    <a:alpha val="50000"/>
                  </a:srgbClr>
                </a:solidFill>
                <a:latin typeface="vivo Sans Extrabold" panose="02000500000000000000" pitchFamily="2" charset="-122"/>
                <a:ea typeface="vivo Sans Extrabold" panose="02000500000000000000" pitchFamily="2" charset="-122"/>
                <a:cs typeface="vivo Sans Extrabold" panose="02000500000000000000" pitchFamily="2" charset="-122"/>
              </a:endParaRPr>
            </a:p>
          </p:txBody>
        </p:sp>
        <p:sp>
          <p:nvSpPr>
            <p:cNvPr id="35" name="文本框 3"/>
            <p:cNvSpPr txBox="1"/>
            <p:nvPr/>
          </p:nvSpPr>
          <p:spPr>
            <a:xfrm>
              <a:off x="3702795" y="3979152"/>
              <a:ext cx="659155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/>
              <a:r>
                <a:rPr kumimoji="1" lang="en-US" altLang="zh-CN" sz="4000" b="1">
                  <a:solidFill>
                    <a:srgbClr val="FFB000"/>
                  </a:solidFill>
                  <a:latin typeface="vivo Sans Extrabold" panose="02000500000000000000" pitchFamily="2" charset="-122"/>
                  <a:ea typeface="vivo Sans Extrabold" panose="02000500000000000000" pitchFamily="2" charset="-122"/>
                  <a:cs typeface="vivo Sans Extrabold" panose="02000500000000000000" pitchFamily="2" charset="-122"/>
                </a:rPr>
                <a:t>3.</a:t>
              </a:r>
              <a:endParaRPr kumimoji="1" lang="zh-CN" altLang="en-US" sz="4000" b="1">
                <a:solidFill>
                  <a:srgbClr val="FFB000"/>
                </a:solidFill>
                <a:latin typeface="vivo Sans Extrabold" panose="02000500000000000000" pitchFamily="2" charset="-122"/>
                <a:ea typeface="vivo Sans Extrabold" panose="02000500000000000000" pitchFamily="2" charset="-122"/>
                <a:cs typeface="vivo Sans Extrabold" panose="02000500000000000000" pitchFamily="2" charset="-122"/>
              </a:endParaRPr>
            </a:p>
          </p:txBody>
        </p:sp>
        <p:sp>
          <p:nvSpPr>
            <p:cNvPr id="36" name="文本框 4"/>
            <p:cNvSpPr txBox="1"/>
            <p:nvPr/>
          </p:nvSpPr>
          <p:spPr>
            <a:xfrm>
              <a:off x="4527287" y="1611222"/>
              <a:ext cx="2177199" cy="6667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/>
              <a:r>
                <a:rPr kumimoji="1" lang="zh-CN" altLang="en-US" sz="3735">
                  <a:solidFill>
                    <a:srgbClr val="E7E6E6">
                      <a:lumMod val="90000"/>
                    </a:srgbClr>
                  </a:solidFill>
                  <a:latin typeface="vivo Sans Medium" panose="02000500000000000000" pitchFamily="2" charset="-122"/>
                  <a:ea typeface="vivo Sans Medium" panose="02000500000000000000" pitchFamily="2" charset="-122"/>
                  <a:cs typeface="vivo Sans Medium" panose="02000500000000000000" pitchFamily="2" charset="-122"/>
                </a:rPr>
                <a:t>团队简介</a:t>
              </a:r>
              <a:endParaRPr kumimoji="1" lang="zh-CN" altLang="en-US" sz="3735">
                <a:solidFill>
                  <a:srgbClr val="E7E6E6">
                    <a:lumMod val="90000"/>
                  </a:srgbClr>
                </a:solidFill>
                <a:latin typeface="vivo Sans Medium" panose="02000500000000000000" pitchFamily="2" charset="-122"/>
                <a:ea typeface="vivo Sans Medium" panose="02000500000000000000" pitchFamily="2" charset="-122"/>
                <a:cs typeface="vivo Sans Medium" panose="02000500000000000000" pitchFamily="2" charset="-122"/>
              </a:endParaRPr>
            </a:p>
          </p:txBody>
        </p:sp>
        <p:sp>
          <p:nvSpPr>
            <p:cNvPr id="37" name="文本框 5"/>
            <p:cNvSpPr txBox="1"/>
            <p:nvPr/>
          </p:nvSpPr>
          <p:spPr>
            <a:xfrm>
              <a:off x="4527287" y="2787239"/>
              <a:ext cx="2177199" cy="6667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/>
              <a:r>
                <a:rPr kumimoji="1" lang="zh-CN" altLang="en-US" sz="3735">
                  <a:solidFill>
                    <a:srgbClr val="E7E6E6">
                      <a:lumMod val="90000"/>
                    </a:srgbClr>
                  </a:solidFill>
                  <a:latin typeface="vivo Sans Medium" panose="02000500000000000000" pitchFamily="2" charset="-122"/>
                  <a:ea typeface="vivo Sans Medium" panose="02000500000000000000" pitchFamily="2" charset="-122"/>
                  <a:cs typeface="vivo Sans Medium" panose="02000500000000000000" pitchFamily="2" charset="-122"/>
                </a:rPr>
                <a:t>作品简介</a:t>
              </a:r>
              <a:endParaRPr kumimoji="1" lang="zh-CN" altLang="en-US" sz="3735">
                <a:solidFill>
                  <a:srgbClr val="E7E6E6">
                    <a:lumMod val="90000"/>
                  </a:srgbClr>
                </a:solidFill>
                <a:latin typeface="vivo Sans Medium" panose="02000500000000000000" pitchFamily="2" charset="-122"/>
                <a:ea typeface="vivo Sans Medium" panose="02000500000000000000" pitchFamily="2" charset="-122"/>
                <a:cs typeface="vivo Sans Medium" panose="02000500000000000000" pitchFamily="2" charset="-122"/>
              </a:endParaRPr>
            </a:p>
          </p:txBody>
        </p:sp>
        <p:sp>
          <p:nvSpPr>
            <p:cNvPr id="38" name="文本框 6"/>
            <p:cNvSpPr txBox="1"/>
            <p:nvPr/>
          </p:nvSpPr>
          <p:spPr>
            <a:xfrm>
              <a:off x="4527287" y="3999702"/>
              <a:ext cx="2092239" cy="6667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/>
              <a:r>
                <a:rPr kumimoji="1" lang="zh-CN" altLang="en-US" sz="3735">
                  <a:solidFill>
                    <a:prstClr val="black"/>
                  </a:solidFill>
                  <a:latin typeface="vivo Sans Extrabold" panose="02000500000000000000" pitchFamily="2" charset="-122"/>
                  <a:ea typeface="vivo Sans Extrabold" panose="02000500000000000000" pitchFamily="2" charset="-122"/>
                  <a:cs typeface="vivo Sans Extrabold" panose="02000500000000000000" pitchFamily="2" charset="-122"/>
                </a:rPr>
                <a:t>作品策划</a:t>
              </a:r>
              <a:endParaRPr kumimoji="1" lang="zh-CN" altLang="en-US" sz="3735">
                <a:solidFill>
                  <a:prstClr val="black"/>
                </a:solidFill>
                <a:latin typeface="vivo Sans Extrabold" panose="02000500000000000000" pitchFamily="2" charset="-122"/>
                <a:ea typeface="vivo Sans Extrabold" panose="02000500000000000000" pitchFamily="2" charset="-122"/>
                <a:cs typeface="vivo Sans Extrabold" panose="02000500000000000000" pitchFamily="2" charset="-122"/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AutoShape 3"/>
          <p:cNvSpPr>
            <a:spLocks noChangeAspect="1" noChangeArrowheads="1" noTextEdit="1"/>
          </p:cNvSpPr>
          <p:nvPr/>
        </p:nvSpPr>
        <p:spPr bwMode="auto">
          <a:xfrm>
            <a:off x="619765" y="1679280"/>
            <a:ext cx="801370" cy="73914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schemeClr val="dk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1"/>
          <p:cNvSpPr txBox="1"/>
          <p:nvPr/>
        </p:nvSpPr>
        <p:spPr>
          <a:xfrm>
            <a:off x="1311503" y="269819"/>
            <a:ext cx="7688011" cy="551815"/>
          </a:xfrm>
          <a:prstGeom prst="rect">
            <a:avLst/>
          </a:prstGeom>
          <a:noFill/>
        </p:spPr>
        <p:txBody>
          <a:bodyPr wrap="square" lIns="63500" tIns="25400" rIns="63500" bIns="25400" rtlCol="0" anchor="b" anchorCtr="0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r>
              <a:rPr lang="zh-CN" altLang="en-US" sz="3200" b="1" spc="230">
                <a:latin typeface="vivo Sans" panose="02000500000000000000" pitchFamily="2" charset="-122"/>
                <a:ea typeface="vivo Sans"/>
                <a:cs typeface="vivo Sans" panose="02000500000000000000" pitchFamily="2" charset="-122"/>
              </a:rPr>
              <a:t>作品策划</a:t>
            </a:r>
            <a:endParaRPr lang="zh-CN" altLang="en-US" sz="3200" b="1" spc="230">
              <a:solidFill>
                <a:schemeClr val="tx1"/>
              </a:solidFill>
              <a:uFillTx/>
              <a:latin typeface="vivo Sans" panose="02000500000000000000" pitchFamily="2" charset="-122"/>
              <a:ea typeface="vivo Sans"/>
              <a:cs typeface="vivo Sans" panose="02000500000000000000" pitchFamily="2" charset="-122"/>
            </a:endParaRPr>
          </a:p>
        </p:txBody>
      </p:sp>
      <p:sp>
        <p:nvSpPr>
          <p:cNvPr id="42" name="文本框 2"/>
          <p:cNvSpPr txBox="1"/>
          <p:nvPr/>
        </p:nvSpPr>
        <p:spPr>
          <a:xfrm>
            <a:off x="1020445" y="1172210"/>
            <a:ext cx="3030220" cy="8534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zh-CN" altLang="en-US" sz="2400">
                <a:solidFill>
                  <a:srgbClr val="415FFF"/>
                </a:solidFill>
                <a:effectLst/>
                <a:latin typeface="vivo Sans" panose="02000500000000000000" pitchFamily="2" charset="-122"/>
                <a:ea typeface="vivo Sans" panose="02000500000000000000" pitchFamily="2" charset="-122"/>
                <a:cs typeface="vivo Sans" panose="02000500000000000000" pitchFamily="2" charset="-122"/>
              </a:rPr>
              <a:t>背景与思考：</a:t>
            </a:r>
            <a:endParaRPr lang="zh-CN" altLang="en-US" sz="2400">
              <a:solidFill>
                <a:srgbClr val="415FFF"/>
              </a:solidFill>
              <a:effectLst/>
              <a:latin typeface="vivo Sans" panose="02000500000000000000" pitchFamily="2" charset="-122"/>
              <a:ea typeface="vivo Sans" panose="02000500000000000000" pitchFamily="2" charset="-122"/>
              <a:cs typeface="vivo Sans" panose="02000500000000000000" pitchFamily="2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u"/>
            </a:pPr>
            <a:endParaRPr lang="zh-CN" altLang="en-US">
              <a:solidFill>
                <a:srgbClr val="415FFF"/>
              </a:solidFill>
              <a:effectLst/>
              <a:latin typeface="vivo Sans" panose="02000500000000000000" pitchFamily="2" charset="-122"/>
              <a:ea typeface="vivo Sans" panose="02000500000000000000" pitchFamily="2" charset="-122"/>
              <a:cs typeface="vivo Sans" panose="02000500000000000000" pitchFamily="2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u"/>
            </a:pPr>
            <a:endParaRPr lang="en-US" altLang="zh-CN">
              <a:solidFill>
                <a:srgbClr val="415FFF"/>
              </a:solidFill>
              <a:effectLst/>
              <a:latin typeface="vivo Sans" panose="02000500000000000000" pitchFamily="2" charset="-122"/>
              <a:ea typeface="vivo Sans" panose="02000500000000000000" pitchFamily="2" charset="-122"/>
              <a:cs typeface="vivo Sans" panose="02000500000000000000" pitchFamily="2" charset="-122"/>
            </a:endParaRPr>
          </a:p>
          <a:p>
            <a:pPr indent="0">
              <a:lnSpc>
                <a:spcPct val="150000"/>
              </a:lnSpc>
              <a:buFont typeface="Wingdings" panose="05000000000000000000" pitchFamily="2" charset="2"/>
              <a:buNone/>
            </a:pPr>
            <a:endParaRPr kumimoji="1" lang="zh-CN" altLang="en-US">
              <a:solidFill>
                <a:srgbClr val="415FFF"/>
              </a:solidFill>
              <a:latin typeface="vivo Sans" panose="02000500000000000000" pitchFamily="2" charset="-122"/>
              <a:ea typeface="vivo Sans" panose="02000500000000000000" pitchFamily="2" charset="-122"/>
              <a:cs typeface="vivo Sans" panose="02000500000000000000" pitchFamily="2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621665" y="2421918"/>
            <a:ext cx="6092190" cy="3746251"/>
          </a:xfrm>
          <a:prstGeom prst="rect">
            <a:avLst/>
          </a:prstGeom>
          <a:gradFill>
            <a:gsLst>
              <a:gs pos="50000">
                <a:schemeClr val="accent5"/>
              </a:gs>
              <a:gs pos="0">
                <a:schemeClr val="accent5">
                  <a:lumMod val="25000"/>
                  <a:lumOff val="75000"/>
                </a:schemeClr>
              </a:gs>
              <a:gs pos="100000">
                <a:schemeClr val="accent5">
                  <a:lumMod val="85000"/>
                </a:schemeClr>
              </a:gs>
            </a:gsLst>
            <a:lin ang="5400000" scaled="1"/>
          </a:gradFill>
          <a:ln>
            <a:gradFill>
              <a:gsLst>
                <a:gs pos="34000">
                  <a:srgbClr val="73B6E1"/>
                </a:gs>
                <a:gs pos="100000">
                  <a:srgbClr val="E4E6F5"/>
                </a:gs>
                <a:gs pos="70000">
                  <a:srgbClr val="BFDBF3"/>
                </a:gs>
                <a:gs pos="0">
                  <a:srgbClr val="3467A0"/>
                </a:gs>
              </a:gsLst>
              <a:lin ang="2700000" scaled="0"/>
            </a:gradFill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altLang="zh-CN"/>
          </a:p>
          <a:p>
            <a:pPr indent="457200"/>
            <a:r>
              <a:rPr lang="zh-CN" altLang="en-US" sz="2800">
                <a:ea typeface="华文中宋" panose="02010600040101010101" charset="-122"/>
              </a:rPr>
              <a:t>需求场景洞察</a:t>
            </a:r>
            <a:r>
              <a:rPr lang="en-US" altLang="zh-CN" sz="2800" dirty="0">
                <a:ea typeface="华文中宋" panose="02010600040101010101" charset="-122"/>
              </a:rPr>
              <a:t>:</a:t>
            </a:r>
            <a:endParaRPr lang="en-US" altLang="zh-CN" sz="2800" dirty="0">
              <a:ea typeface="华文中宋" panose="02010600040101010101" charset="-122"/>
            </a:endParaRPr>
          </a:p>
          <a:p>
            <a:pPr indent="457200"/>
            <a:r>
              <a:rPr lang="zh-CN" sz="2000" b="1">
                <a:latin typeface="华文中宋" panose="02010600040101010101" charset="-122"/>
                <a:ea typeface="华文中宋" panose="02010600040101010101" charset="-122"/>
                <a:cs typeface="+mn-ea"/>
              </a:rPr>
              <a:t>商品甄选保护</a:t>
            </a:r>
            <a:r>
              <a:rPr lang="zh-CN" altLang="en-US" sz="2000">
                <a:latin typeface="华文中宋" panose="02010600040101010101" charset="-122"/>
                <a:ea typeface="华文中宋" panose="02010600040101010101" charset="-122"/>
                <a:cs typeface="+mn-ea"/>
              </a:rPr>
              <a:t>：识别低价诱骗（如</a:t>
            </a:r>
            <a:r>
              <a:rPr lang="en-US" altLang="zh-CN" sz="2000" dirty="0">
                <a:latin typeface="华文中宋" panose="02010600040101010101" charset="-122"/>
                <a:ea typeface="华文中宋" panose="02010600040101010101" charset="-122"/>
                <a:cs typeface="+mn-ea"/>
              </a:rPr>
              <a:t> 2999 </a:t>
            </a:r>
            <a:r>
              <a:rPr lang="zh-CN" altLang="en-US" sz="2000">
                <a:latin typeface="华文中宋" panose="02010600040101010101" charset="-122"/>
                <a:ea typeface="华文中宋" panose="02010600040101010101" charset="-122"/>
                <a:cs typeface="+mn-ea"/>
              </a:rPr>
              <a:t>元</a:t>
            </a:r>
            <a:r>
              <a:rPr lang="en-US" altLang="zh-CN" sz="2000" dirty="0">
                <a:latin typeface="华文中宋" panose="02010600040101010101" charset="-122"/>
                <a:ea typeface="华文中宋" panose="02010600040101010101" charset="-122"/>
                <a:cs typeface="+mn-ea"/>
              </a:rPr>
              <a:t> iPhone 15 Pro Max</a:t>
            </a:r>
            <a:r>
              <a:rPr lang="zh-CN" altLang="en-US" sz="2000" dirty="0">
                <a:latin typeface="华文中宋" panose="02010600040101010101" charset="-122"/>
                <a:ea typeface="华文中宋" panose="02010600040101010101" charset="-122"/>
                <a:cs typeface="+mn-ea"/>
              </a:rPr>
              <a:t>）、虚假宣传（如</a:t>
            </a:r>
            <a:r>
              <a:rPr lang="en-US" altLang="zh-CN" sz="2000" dirty="0">
                <a:latin typeface="华文中宋" panose="02010600040101010101" charset="-122"/>
                <a:ea typeface="华文中宋" panose="02010600040101010101" charset="-122"/>
                <a:cs typeface="+mn-ea"/>
              </a:rPr>
              <a:t> “</a:t>
            </a:r>
            <a:r>
              <a:rPr lang="zh-CN" altLang="en-US" sz="2000">
                <a:latin typeface="华文中宋" panose="02010600040101010101" charset="-122"/>
                <a:ea typeface="华文中宋" panose="02010600040101010101" charset="-122"/>
                <a:cs typeface="+mn-ea"/>
              </a:rPr>
              <a:t>一次美白</a:t>
            </a:r>
            <a:r>
              <a:rPr lang="en-US" altLang="zh-CN" sz="2000" dirty="0">
                <a:latin typeface="华文中宋" panose="02010600040101010101" charset="-122"/>
                <a:ea typeface="华文中宋" panose="02010600040101010101" charset="-122"/>
                <a:cs typeface="+mn-ea"/>
              </a:rPr>
              <a:t> 3 </a:t>
            </a:r>
            <a:r>
              <a:rPr lang="zh-CN" altLang="en-US" sz="2000">
                <a:latin typeface="华文中宋" panose="02010600040101010101" charset="-122"/>
                <a:ea typeface="华文中宋" panose="02010600040101010101" charset="-122"/>
                <a:cs typeface="+mn-ea"/>
              </a:rPr>
              <a:t>度</a:t>
            </a:r>
            <a:r>
              <a:rPr lang="en-US" altLang="zh-CN" sz="2000" dirty="0">
                <a:latin typeface="华文中宋" panose="02010600040101010101" charset="-122"/>
                <a:ea typeface="华文中宋" panose="02010600040101010101" charset="-122"/>
                <a:cs typeface="+mn-ea"/>
              </a:rPr>
              <a:t>”“NASA </a:t>
            </a:r>
            <a:r>
              <a:rPr lang="zh-CN" altLang="en-US" sz="2000">
                <a:latin typeface="华文中宋" panose="02010600040101010101" charset="-122"/>
                <a:ea typeface="华文中宋" panose="02010600040101010101" charset="-122"/>
                <a:cs typeface="+mn-ea"/>
              </a:rPr>
              <a:t>认证</a:t>
            </a:r>
            <a:r>
              <a:rPr lang="en-US" altLang="zh-CN" sz="2000" dirty="0">
                <a:latin typeface="华文中宋" panose="02010600040101010101" charset="-122"/>
                <a:ea typeface="华文中宋" panose="02010600040101010101" charset="-122"/>
                <a:cs typeface="+mn-ea"/>
              </a:rPr>
              <a:t>”</a:t>
            </a:r>
            <a:r>
              <a:rPr lang="zh-CN" altLang="en-US" sz="2000">
                <a:latin typeface="华文中宋" panose="02010600040101010101" charset="-122"/>
                <a:ea typeface="华文中宋" panose="02010600040101010101" charset="-122"/>
                <a:cs typeface="+mn-ea"/>
              </a:rPr>
              <a:t>）等。</a:t>
            </a:r>
            <a:endParaRPr lang="zh-CN" dirty="0">
              <a:latin typeface="华文中宋" panose="02010600040101010101" charset="-122"/>
              <a:ea typeface="华文中宋" panose="02010600040101010101" charset="-122"/>
            </a:endParaRPr>
          </a:p>
          <a:p>
            <a:pPr indent="457200"/>
            <a:r>
              <a:rPr lang="zh-CN" sz="2000" b="1">
                <a:solidFill>
                  <a:srgbClr val="000000"/>
                </a:solidFill>
                <a:latin typeface="华文中宋" panose="02010600040101010101" charset="-122"/>
                <a:ea typeface="华文中宋" panose="02010600040101010101" charset="-122"/>
                <a:cs typeface="+mn-lt"/>
              </a:rPr>
              <a:t>交易安全护航</a:t>
            </a:r>
            <a:r>
              <a:rPr lang="zh-CN" altLang="en-US" sz="2000">
                <a:latin typeface="华文中宋" panose="02010600040101010101" charset="-122"/>
                <a:ea typeface="华文中宋" panose="02010600040101010101" charset="-122"/>
                <a:cs typeface="+mn-ea"/>
              </a:rPr>
              <a:t>：预警脱离平台交易风险（如微信私下转账）,全程监控交易风险点。</a:t>
            </a:r>
            <a:endParaRPr lang="zh-CN">
              <a:latin typeface="华文中宋" panose="02010600040101010101" charset="-122"/>
              <a:ea typeface="华文中宋" panose="02010600040101010101" charset="-122"/>
              <a:cs typeface="+mn-ea"/>
            </a:endParaRPr>
          </a:p>
          <a:p>
            <a:pPr indent="457200"/>
            <a:r>
              <a:rPr lang="zh-CN" sz="2000" b="1">
                <a:latin typeface="华文中宋" panose="02010600040101010101" charset="-122"/>
                <a:ea typeface="华文中宋" panose="02010600040101010101" charset="-122"/>
                <a:cs typeface="+mn-ea"/>
              </a:rPr>
              <a:t>渠道信誉评估</a:t>
            </a:r>
            <a:r>
              <a:rPr lang="zh-CN" altLang="en-US" sz="2000">
                <a:latin typeface="华文中宋" panose="02010600040101010101" charset="-122"/>
                <a:ea typeface="华文中宋" panose="02010600040101010101" charset="-122"/>
                <a:cs typeface="+mn-ea"/>
              </a:rPr>
              <a:t>：评估非正规渠道（如个人闲鱼卖家）可信度及售后保障。</a:t>
            </a:r>
            <a:endParaRPr lang="zh-CN" altLang="en-US" sz="2000">
              <a:latin typeface="华文中宋" panose="02010600040101010101" charset="-122"/>
              <a:ea typeface="华文中宋" panose="02010600040101010101" charset="-122"/>
              <a:cs typeface="+mn-ea"/>
            </a:endParaRPr>
          </a:p>
          <a:p>
            <a:pPr indent="457200"/>
            <a:r>
              <a:rPr lang="zh-CN" sz="2000" b="1">
                <a:latin typeface="华文中宋" panose="02010600040101010101" charset="-122"/>
                <a:ea typeface="华文中宋" panose="02010600040101010101" charset="-122"/>
              </a:rPr>
              <a:t>全链路防护体系</a:t>
            </a:r>
            <a:r>
              <a:rPr lang="en-US" altLang="zh-CN" dirty="0">
                <a:latin typeface="Gill Sans MT" panose="020B0502020104020203"/>
                <a:ea typeface="华文中宋" panose="02010600040101010101" charset="-122"/>
              </a:rPr>
              <a:t>:</a:t>
            </a:r>
            <a:r>
              <a:rPr lang="en-US" altLang="zh-CN" sz="2000" dirty="0" err="1">
                <a:latin typeface="Gill Sans MT" panose="020B0502020104020203"/>
                <a:ea typeface="华文中宋" panose="02010600040101010101" charset="-122"/>
              </a:rPr>
              <a:t>覆盖选购-交易-售后全流程</a:t>
            </a:r>
            <a:r>
              <a:rPr lang="en-US" altLang="zh-CN" sz="2000" dirty="0" err="1">
                <a:ea typeface="华文中宋" panose="02010600040101010101" charset="-122"/>
              </a:rPr>
              <a:t>，构建用户安全屏障</a:t>
            </a:r>
            <a:r>
              <a:rPr lang="zh-CN" altLang="en-US" sz="2000">
                <a:latin typeface="华文中宋" panose="02010600040101010101" charset="-122"/>
                <a:ea typeface="华文中宋" panose="02010600040101010101" charset="-122"/>
              </a:rPr>
              <a:t>。</a:t>
            </a:r>
            <a:endParaRPr lang="zh-CN" altLang="en-US" sz="2000">
              <a:latin typeface="华文中宋" panose="02010600040101010101" charset="-122"/>
              <a:ea typeface="华文中宋" panose="02010600040101010101" charset="-122"/>
            </a:endParaRPr>
          </a:p>
        </p:txBody>
      </p:sp>
      <p:pic>
        <p:nvPicPr>
          <p:cNvPr id="3" name="图片 2" descr="jimeng-2025-07-06-1198-商品选购：识别低价诱骗（如 2999 元 iPhone 15 Pro Max）、...(1)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7800" y="908685"/>
            <a:ext cx="5005705" cy="331025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AutoShape 3"/>
          <p:cNvSpPr>
            <a:spLocks noChangeAspect="1" noChangeArrowheads="1" noTextEdit="1"/>
          </p:cNvSpPr>
          <p:nvPr/>
        </p:nvSpPr>
        <p:spPr bwMode="auto">
          <a:xfrm>
            <a:off x="619765" y="1679280"/>
            <a:ext cx="801370" cy="73914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schemeClr val="dk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1"/>
          <p:cNvSpPr txBox="1"/>
          <p:nvPr/>
        </p:nvSpPr>
        <p:spPr>
          <a:xfrm>
            <a:off x="1311503" y="269819"/>
            <a:ext cx="7688011" cy="551815"/>
          </a:xfrm>
          <a:prstGeom prst="rect">
            <a:avLst/>
          </a:prstGeom>
          <a:noFill/>
        </p:spPr>
        <p:txBody>
          <a:bodyPr wrap="square" lIns="63500" tIns="25400" rIns="63500" bIns="25400" rtlCol="0" anchor="b" anchorCtr="0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r>
              <a:rPr lang="zh-CN" altLang="en-US" sz="3200" b="1" spc="230">
                <a:latin typeface="vivo Sans" panose="02000500000000000000" pitchFamily="2" charset="-122"/>
                <a:ea typeface="vivo Sans"/>
                <a:cs typeface="vivo Sans" panose="02000500000000000000" pitchFamily="2" charset="-122"/>
              </a:rPr>
              <a:t>作品策划</a:t>
            </a:r>
            <a:endParaRPr lang="zh-CN" altLang="en-US" sz="3200" b="1" spc="230">
              <a:solidFill>
                <a:schemeClr val="tx1"/>
              </a:solidFill>
              <a:uFillTx/>
              <a:latin typeface="vivo Sans" panose="02000500000000000000" pitchFamily="2" charset="-122"/>
              <a:ea typeface="vivo Sans"/>
              <a:cs typeface="vivo Sans" panose="02000500000000000000" pitchFamily="2" charset="-122"/>
            </a:endParaRPr>
          </a:p>
        </p:txBody>
      </p:sp>
      <p:sp>
        <p:nvSpPr>
          <p:cNvPr id="42" name="文本框 2"/>
          <p:cNvSpPr txBox="1"/>
          <p:nvPr/>
        </p:nvSpPr>
        <p:spPr>
          <a:xfrm>
            <a:off x="1020445" y="1172210"/>
            <a:ext cx="3030220" cy="8534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zh-CN" altLang="en-US" sz="2400">
                <a:solidFill>
                  <a:srgbClr val="415FFF"/>
                </a:solidFill>
                <a:effectLst/>
                <a:latin typeface="vivo Sans" panose="02000500000000000000" pitchFamily="2" charset="-122"/>
                <a:ea typeface="vivo Sans" panose="02000500000000000000" pitchFamily="2" charset="-122"/>
                <a:cs typeface="vivo Sans" panose="02000500000000000000" pitchFamily="2" charset="-122"/>
              </a:rPr>
              <a:t>背景与思考：</a:t>
            </a:r>
            <a:endParaRPr lang="zh-CN" altLang="en-US" sz="2400">
              <a:solidFill>
                <a:srgbClr val="415FFF"/>
              </a:solidFill>
              <a:effectLst/>
              <a:latin typeface="vivo Sans" panose="02000500000000000000" pitchFamily="2" charset="-122"/>
              <a:ea typeface="vivo Sans" panose="02000500000000000000" pitchFamily="2" charset="-122"/>
              <a:cs typeface="vivo Sans" panose="02000500000000000000" pitchFamily="2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u"/>
            </a:pPr>
            <a:endParaRPr lang="zh-CN" altLang="en-US">
              <a:solidFill>
                <a:srgbClr val="415FFF"/>
              </a:solidFill>
              <a:effectLst/>
              <a:latin typeface="vivo Sans" panose="02000500000000000000" pitchFamily="2" charset="-122"/>
              <a:ea typeface="vivo Sans" panose="02000500000000000000" pitchFamily="2" charset="-122"/>
              <a:cs typeface="vivo Sans" panose="02000500000000000000" pitchFamily="2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u"/>
            </a:pPr>
            <a:endParaRPr lang="en-US" altLang="zh-CN">
              <a:solidFill>
                <a:srgbClr val="415FFF"/>
              </a:solidFill>
              <a:effectLst/>
              <a:latin typeface="vivo Sans" panose="02000500000000000000" pitchFamily="2" charset="-122"/>
              <a:ea typeface="vivo Sans" panose="02000500000000000000" pitchFamily="2" charset="-122"/>
              <a:cs typeface="vivo Sans" panose="02000500000000000000" pitchFamily="2" charset="-122"/>
            </a:endParaRPr>
          </a:p>
          <a:p>
            <a:pPr indent="0">
              <a:lnSpc>
                <a:spcPct val="150000"/>
              </a:lnSpc>
              <a:buFont typeface="Wingdings" panose="05000000000000000000" pitchFamily="2" charset="2"/>
              <a:buNone/>
            </a:pPr>
            <a:endParaRPr kumimoji="1" lang="zh-CN" altLang="en-US">
              <a:solidFill>
                <a:srgbClr val="415FFF"/>
              </a:solidFill>
              <a:latin typeface="vivo Sans" panose="02000500000000000000" pitchFamily="2" charset="-122"/>
              <a:ea typeface="vivo Sans" panose="02000500000000000000" pitchFamily="2" charset="-122"/>
              <a:cs typeface="vivo Sans" panose="02000500000000000000" pitchFamily="2" charset="-122"/>
            </a:endParaRPr>
          </a:p>
        </p:txBody>
      </p:sp>
      <p:sp>
        <p:nvSpPr>
          <p:cNvPr id="11" name="任意多边形 9"/>
          <p:cNvSpPr/>
          <p:nvPr>
            <p:custDataLst>
              <p:tags r:id="rId1"/>
            </p:custDataLst>
          </p:nvPr>
        </p:nvSpPr>
        <p:spPr>
          <a:xfrm>
            <a:off x="3201035" y="3121025"/>
            <a:ext cx="5793105" cy="347853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9271" h="5567">
                <a:moveTo>
                  <a:pt x="4636" y="0"/>
                </a:moveTo>
                <a:cubicBezTo>
                  <a:pt x="7196" y="0"/>
                  <a:pt x="9271" y="2075"/>
                  <a:pt x="9271" y="4636"/>
                </a:cubicBezTo>
                <a:cubicBezTo>
                  <a:pt x="9271" y="4936"/>
                  <a:pt x="9242" y="5229"/>
                  <a:pt x="9188" y="5513"/>
                </a:cubicBezTo>
                <a:lnTo>
                  <a:pt x="9177" y="5567"/>
                </a:lnTo>
                <a:lnTo>
                  <a:pt x="94" y="5567"/>
                </a:lnTo>
                <a:lnTo>
                  <a:pt x="83" y="5513"/>
                </a:lnTo>
                <a:cubicBezTo>
                  <a:pt x="29" y="5229"/>
                  <a:pt x="0" y="4936"/>
                  <a:pt x="0" y="4636"/>
                </a:cubicBezTo>
                <a:cubicBezTo>
                  <a:pt x="0" y="2075"/>
                  <a:pt x="2075" y="0"/>
                  <a:pt x="4636" y="0"/>
                </a:cubicBezTo>
                <a:close/>
              </a:path>
            </a:pathLst>
          </a:custGeom>
          <a:noFill/>
          <a:ln w="19050" cap="rnd">
            <a:solidFill>
              <a:schemeClr val="accent1">
                <a:alpha val="70000"/>
              </a:schemeClr>
            </a:solidFill>
            <a:prstDash val="sysDash"/>
          </a:ln>
          <a:effectLst>
            <a:outerShdw blurRad="215900" dist="76200" dir="5400000" algn="t" rotWithShape="0">
              <a:schemeClr val="accent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rm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sym typeface="+mn-ea"/>
            </a:endParaRPr>
          </a:p>
        </p:txBody>
      </p:sp>
      <p:sp>
        <p:nvSpPr>
          <p:cNvPr id="4" name="任意多边形 16"/>
          <p:cNvSpPr/>
          <p:nvPr>
            <p:custDataLst>
              <p:tags r:id="rId2"/>
            </p:custDataLst>
          </p:nvPr>
        </p:nvSpPr>
        <p:spPr>
          <a:xfrm>
            <a:off x="4780915" y="5015230"/>
            <a:ext cx="2633345" cy="158115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9271" h="5567">
                <a:moveTo>
                  <a:pt x="4636" y="0"/>
                </a:moveTo>
                <a:cubicBezTo>
                  <a:pt x="7196" y="0"/>
                  <a:pt x="9271" y="2075"/>
                  <a:pt x="9271" y="4636"/>
                </a:cubicBezTo>
                <a:cubicBezTo>
                  <a:pt x="9271" y="4936"/>
                  <a:pt x="9242" y="5229"/>
                  <a:pt x="9188" y="5513"/>
                </a:cubicBezTo>
                <a:lnTo>
                  <a:pt x="9177" y="5567"/>
                </a:lnTo>
                <a:lnTo>
                  <a:pt x="94" y="5567"/>
                </a:lnTo>
                <a:lnTo>
                  <a:pt x="83" y="5513"/>
                </a:lnTo>
                <a:cubicBezTo>
                  <a:pt x="29" y="5229"/>
                  <a:pt x="0" y="4936"/>
                  <a:pt x="0" y="4636"/>
                </a:cubicBezTo>
                <a:cubicBezTo>
                  <a:pt x="0" y="2075"/>
                  <a:pt x="2075" y="0"/>
                  <a:pt x="4636" y="0"/>
                </a:cubicBezTo>
                <a:close/>
              </a:path>
            </a:pathLst>
          </a:custGeom>
          <a:gradFill>
            <a:gsLst>
              <a:gs pos="44000">
                <a:schemeClr val="accent1"/>
              </a:gs>
              <a:gs pos="0">
                <a:schemeClr val="accent1">
                  <a:lumMod val="40000"/>
                  <a:lumOff val="60000"/>
                </a:schemeClr>
              </a:gs>
              <a:gs pos="66000">
                <a:schemeClr val="accent1"/>
              </a:gs>
              <a:gs pos="100000">
                <a:schemeClr val="accent1"/>
              </a:gs>
            </a:gsLst>
            <a:path path="circle">
              <a:fillToRect r="100000" b="100000"/>
            </a:path>
            <a:tileRect l="-100000" t="-100000"/>
          </a:gradFill>
          <a:ln>
            <a:gradFill>
              <a:gsLst>
                <a:gs pos="37000">
                  <a:schemeClr val="accent1">
                    <a:lumMod val="5000"/>
                    <a:lumOff val="95000"/>
                  </a:schemeClr>
                </a:gs>
                <a:gs pos="0">
                  <a:schemeClr val="accent1">
                    <a:lumMod val="45000"/>
                    <a:lumOff val="55000"/>
                  </a:schemeClr>
                </a:gs>
                <a:gs pos="100000">
                  <a:schemeClr val="bg1"/>
                </a:gs>
                <a:gs pos="71000">
                  <a:schemeClr val="accent1">
                    <a:lumMod val="30000"/>
                    <a:lumOff val="70000"/>
                  </a:schemeClr>
                </a:gs>
              </a:gsLst>
              <a:lin ang="16200000" scaled="0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zh-CN" altLang="en-US" sz="2400" b="1">
                <a:solidFill>
                  <a:srgbClr val="FFFFFF"/>
                </a:solidFill>
                <a:latin typeface="+mn-ea"/>
                <a:cs typeface="+mn-ea"/>
                <a:sym typeface="+mn-ea"/>
              </a:rPr>
              <a:t>痛点分析</a:t>
            </a:r>
            <a:r>
              <a:rPr lang="en-US" altLang="zh-CN" sz="2400" b="1">
                <a:solidFill>
                  <a:srgbClr val="FFFFFF"/>
                </a:solidFill>
                <a:latin typeface="+mn-ea"/>
                <a:cs typeface="+mn-ea"/>
                <a:sym typeface="+mn-ea"/>
              </a:rPr>
              <a:t>:</a:t>
            </a:r>
            <a:endParaRPr lang="en-US" altLang="zh-CN" sz="2400" b="1">
              <a:solidFill>
                <a:srgbClr val="FFFFFF"/>
              </a:solidFill>
              <a:latin typeface="+mn-ea"/>
              <a:cs typeface="+mn-ea"/>
              <a:sym typeface="+mn-ea"/>
            </a:endParaRPr>
          </a:p>
        </p:txBody>
      </p:sp>
      <p:cxnSp>
        <p:nvCxnSpPr>
          <p:cNvPr id="19" name="直接连接符 18"/>
          <p:cNvCxnSpPr/>
          <p:nvPr>
            <p:custDataLst>
              <p:tags r:id="rId3"/>
            </p:custDataLst>
          </p:nvPr>
        </p:nvCxnSpPr>
        <p:spPr>
          <a:xfrm>
            <a:off x="1652270" y="6600190"/>
            <a:ext cx="8890000" cy="0"/>
          </a:xfrm>
          <a:prstGeom prst="line">
            <a:avLst/>
          </a:prstGeom>
          <a:ln w="19050">
            <a:solidFill>
              <a:schemeClr val="accent1">
                <a:alpha val="15000"/>
              </a:schemeClr>
            </a:solidFill>
          </a:ln>
          <a:effectLst>
            <a:outerShdw blurRad="114300" dist="38100" dir="5400000" algn="t" rotWithShape="0">
              <a:schemeClr val="tx1">
                <a:alpha val="9000"/>
              </a:scheme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矩形 6"/>
          <p:cNvSpPr/>
          <p:nvPr>
            <p:custDataLst>
              <p:tags r:id="rId4"/>
            </p:custDataLst>
          </p:nvPr>
        </p:nvSpPr>
        <p:spPr>
          <a:xfrm>
            <a:off x="222885" y="3794760"/>
            <a:ext cx="3020695" cy="138049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ctr"/>
            <a:r>
              <a:rPr lang="zh-CN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消费者难辨复杂欺诈手段，易冲动消费或轻信虚假信息</a:t>
            </a:r>
            <a:endParaRPr lang="zh-CN">
              <a:latin typeface="华文中宋" panose="02010600040101010101" charset="-122"/>
              <a:ea typeface="华文中宋" panose="02010600040101010101" charset="-122"/>
            </a:endParaRPr>
          </a:p>
          <a:p>
            <a:pPr algn="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lang="zh-CN" altLang="en-US" sz="1400">
              <a:solidFill>
                <a:schemeClr val="tx1">
                  <a:lumMod val="85000"/>
                  <a:lumOff val="15000"/>
                </a:schemeClr>
              </a:solidFill>
              <a:latin typeface="华文中宋" panose="02010600040101010101" charset="-122"/>
              <a:ea typeface="华文中宋" panose="02010600040101010101" charset="-122"/>
              <a:cs typeface="+mn-ea"/>
            </a:endParaRPr>
          </a:p>
        </p:txBody>
      </p:sp>
      <p:sp>
        <p:nvSpPr>
          <p:cNvPr id="65" name="椭圆 64"/>
          <p:cNvSpPr/>
          <p:nvPr>
            <p:custDataLst>
              <p:tags r:id="rId5"/>
            </p:custDataLst>
          </p:nvPr>
        </p:nvSpPr>
        <p:spPr>
          <a:xfrm>
            <a:off x="8056880" y="3830955"/>
            <a:ext cx="747395" cy="746760"/>
          </a:xfrm>
          <a:prstGeom prst="ellipse">
            <a:avLst/>
          </a:prstGeom>
          <a:noFill/>
          <a:ln>
            <a:gradFill>
              <a:gsLst>
                <a:gs pos="37000">
                  <a:schemeClr val="accent1"/>
                </a:gs>
                <a:gs pos="0">
                  <a:schemeClr val="accent1">
                    <a:lumMod val="45000"/>
                    <a:lumOff val="55000"/>
                  </a:schemeClr>
                </a:gs>
                <a:gs pos="100000">
                  <a:schemeClr val="accent1"/>
                </a:gs>
                <a:gs pos="71000">
                  <a:schemeClr val="accent1">
                    <a:lumMod val="30000"/>
                    <a:lumOff val="70000"/>
                  </a:schemeClr>
                </a:gs>
              </a:gsLst>
              <a:lin ang="16200000" scaled="0"/>
            </a:gradFill>
          </a:ln>
          <a:effectLst>
            <a:outerShdw blurRad="177800" dir="5400000" sx="90000" sy="-19000" rotWithShape="0">
              <a:schemeClr val="accent1">
                <a:alpha val="1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rm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64" name="椭圆 63"/>
          <p:cNvSpPr/>
          <p:nvPr>
            <p:custDataLst>
              <p:tags r:id="rId6"/>
            </p:custDataLst>
          </p:nvPr>
        </p:nvSpPr>
        <p:spPr>
          <a:xfrm>
            <a:off x="8141335" y="3914140"/>
            <a:ext cx="579120" cy="579755"/>
          </a:xfrm>
          <a:prstGeom prst="ellipse">
            <a:avLst/>
          </a:prstGeom>
          <a:gradFill>
            <a:gsLst>
              <a:gs pos="44000">
                <a:schemeClr val="accent1"/>
              </a:gs>
              <a:gs pos="0">
                <a:schemeClr val="accent1">
                  <a:lumMod val="40000"/>
                  <a:lumOff val="60000"/>
                </a:schemeClr>
              </a:gs>
              <a:gs pos="66000">
                <a:schemeClr val="accent1"/>
              </a:gs>
              <a:gs pos="100000">
                <a:schemeClr val="accent1"/>
              </a:gs>
            </a:gsLst>
            <a:path path="circle">
              <a:fillToRect r="100000" b="100000"/>
            </a:path>
            <a:tileRect l="-100000" t="-100000"/>
          </a:gradFill>
          <a:ln>
            <a:gradFill>
              <a:gsLst>
                <a:gs pos="37000">
                  <a:srgbClr val="FFFFFF"/>
                </a:gs>
                <a:gs pos="0">
                  <a:schemeClr val="accent1">
                    <a:lumMod val="45000"/>
                    <a:lumOff val="55000"/>
                  </a:schemeClr>
                </a:gs>
                <a:gs pos="100000">
                  <a:srgbClr val="FFFFFF"/>
                </a:gs>
                <a:gs pos="71000">
                  <a:schemeClr val="accent1">
                    <a:lumMod val="30000"/>
                    <a:lumOff val="70000"/>
                  </a:schemeClr>
                </a:gs>
              </a:gsLst>
              <a:lin ang="16200000" scaled="0"/>
            </a:gradFill>
          </a:ln>
          <a:effectLst>
            <a:outerShdw blurRad="177800" dir="5400000" sx="90000" sy="-19000" rotWithShape="0">
              <a:schemeClr val="accent1">
                <a:alpha val="1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rm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2" name="椭圆 11"/>
          <p:cNvSpPr/>
          <p:nvPr>
            <p:custDataLst>
              <p:tags r:id="rId7"/>
            </p:custDataLst>
          </p:nvPr>
        </p:nvSpPr>
        <p:spPr>
          <a:xfrm>
            <a:off x="5786120" y="2816225"/>
            <a:ext cx="747395" cy="746760"/>
          </a:xfrm>
          <a:prstGeom prst="ellipse">
            <a:avLst/>
          </a:prstGeom>
          <a:noFill/>
          <a:ln>
            <a:gradFill>
              <a:gsLst>
                <a:gs pos="37000">
                  <a:schemeClr val="accent1"/>
                </a:gs>
                <a:gs pos="0">
                  <a:schemeClr val="accent1">
                    <a:lumMod val="45000"/>
                    <a:lumOff val="55000"/>
                  </a:schemeClr>
                </a:gs>
                <a:gs pos="100000">
                  <a:schemeClr val="accent1"/>
                </a:gs>
                <a:gs pos="71000">
                  <a:schemeClr val="accent1">
                    <a:lumMod val="30000"/>
                    <a:lumOff val="70000"/>
                  </a:schemeClr>
                </a:gs>
              </a:gsLst>
              <a:lin ang="16200000" scaled="0"/>
            </a:gradFill>
          </a:ln>
          <a:effectLst>
            <a:outerShdw blurRad="177800" dir="5400000" sx="90000" sy="-19000" rotWithShape="0">
              <a:schemeClr val="accent1">
                <a:alpha val="1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rm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7" name="椭圆 16"/>
          <p:cNvSpPr/>
          <p:nvPr>
            <p:custDataLst>
              <p:tags r:id="rId8"/>
            </p:custDataLst>
          </p:nvPr>
        </p:nvSpPr>
        <p:spPr>
          <a:xfrm>
            <a:off x="5870575" y="2900045"/>
            <a:ext cx="579120" cy="579755"/>
          </a:xfrm>
          <a:prstGeom prst="ellipse">
            <a:avLst/>
          </a:prstGeom>
          <a:gradFill>
            <a:gsLst>
              <a:gs pos="44000">
                <a:schemeClr val="accent1"/>
              </a:gs>
              <a:gs pos="0">
                <a:schemeClr val="accent1">
                  <a:lumMod val="40000"/>
                  <a:lumOff val="60000"/>
                </a:schemeClr>
              </a:gs>
              <a:gs pos="66000">
                <a:schemeClr val="accent1"/>
              </a:gs>
              <a:gs pos="100000">
                <a:schemeClr val="accent1"/>
              </a:gs>
            </a:gsLst>
            <a:path path="circle">
              <a:fillToRect r="100000" b="100000"/>
            </a:path>
            <a:tileRect l="-100000" t="-100000"/>
          </a:gradFill>
          <a:ln>
            <a:gradFill>
              <a:gsLst>
                <a:gs pos="37000">
                  <a:srgbClr val="FFFFFF"/>
                </a:gs>
                <a:gs pos="0">
                  <a:schemeClr val="accent1">
                    <a:lumMod val="45000"/>
                    <a:lumOff val="55000"/>
                  </a:schemeClr>
                </a:gs>
                <a:gs pos="100000">
                  <a:srgbClr val="FFFFFF"/>
                </a:gs>
                <a:gs pos="71000">
                  <a:schemeClr val="accent1">
                    <a:lumMod val="30000"/>
                    <a:lumOff val="70000"/>
                  </a:schemeClr>
                </a:gs>
              </a:gsLst>
              <a:lin ang="16200000" scaled="0"/>
            </a:gradFill>
          </a:ln>
          <a:effectLst>
            <a:outerShdw blurRad="177800" dir="5400000" sx="90000" sy="-19000" rotWithShape="0">
              <a:schemeClr val="accent1">
                <a:alpha val="1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rm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59" name="椭圆 58"/>
          <p:cNvSpPr/>
          <p:nvPr>
            <p:custDataLst>
              <p:tags r:id="rId9"/>
            </p:custDataLst>
          </p:nvPr>
        </p:nvSpPr>
        <p:spPr>
          <a:xfrm>
            <a:off x="3410585" y="3830955"/>
            <a:ext cx="747395" cy="746760"/>
          </a:xfrm>
          <a:prstGeom prst="ellipse">
            <a:avLst/>
          </a:prstGeom>
          <a:noFill/>
          <a:ln>
            <a:gradFill>
              <a:gsLst>
                <a:gs pos="37000">
                  <a:schemeClr val="accent1"/>
                </a:gs>
                <a:gs pos="0">
                  <a:schemeClr val="accent1">
                    <a:lumMod val="45000"/>
                    <a:lumOff val="55000"/>
                  </a:schemeClr>
                </a:gs>
                <a:gs pos="100000">
                  <a:schemeClr val="accent1"/>
                </a:gs>
                <a:gs pos="71000">
                  <a:schemeClr val="accent1">
                    <a:lumMod val="30000"/>
                    <a:lumOff val="70000"/>
                  </a:schemeClr>
                </a:gs>
              </a:gsLst>
              <a:lin ang="16200000" scaled="0"/>
            </a:gradFill>
          </a:ln>
          <a:effectLst>
            <a:outerShdw blurRad="177800" dir="5400000" sx="90000" sy="-19000" rotWithShape="0">
              <a:schemeClr val="accent1">
                <a:alpha val="1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rm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58" name="椭圆 57"/>
          <p:cNvSpPr/>
          <p:nvPr>
            <p:custDataLst>
              <p:tags r:id="rId10"/>
            </p:custDataLst>
          </p:nvPr>
        </p:nvSpPr>
        <p:spPr>
          <a:xfrm>
            <a:off x="3495040" y="3914775"/>
            <a:ext cx="579120" cy="579755"/>
          </a:xfrm>
          <a:prstGeom prst="ellipse">
            <a:avLst/>
          </a:prstGeom>
          <a:gradFill>
            <a:gsLst>
              <a:gs pos="44000">
                <a:schemeClr val="accent1"/>
              </a:gs>
              <a:gs pos="0">
                <a:schemeClr val="accent1">
                  <a:lumMod val="40000"/>
                  <a:lumOff val="60000"/>
                </a:schemeClr>
              </a:gs>
              <a:gs pos="66000">
                <a:schemeClr val="accent1"/>
              </a:gs>
              <a:gs pos="100000">
                <a:schemeClr val="accent1"/>
              </a:gs>
            </a:gsLst>
            <a:path path="circle">
              <a:fillToRect r="100000" b="100000"/>
            </a:path>
            <a:tileRect l="-100000" t="-100000"/>
          </a:gradFill>
          <a:ln>
            <a:gradFill>
              <a:gsLst>
                <a:gs pos="37000">
                  <a:srgbClr val="FFFFFF"/>
                </a:gs>
                <a:gs pos="0">
                  <a:schemeClr val="accent1">
                    <a:lumMod val="45000"/>
                    <a:lumOff val="55000"/>
                  </a:schemeClr>
                </a:gs>
                <a:gs pos="100000">
                  <a:srgbClr val="FFFFFF"/>
                </a:gs>
                <a:gs pos="71000">
                  <a:schemeClr val="accent1">
                    <a:lumMod val="30000"/>
                    <a:lumOff val="70000"/>
                  </a:schemeClr>
                </a:gs>
              </a:gsLst>
              <a:lin ang="16200000" scaled="0"/>
            </a:gradFill>
          </a:ln>
          <a:effectLst>
            <a:outerShdw blurRad="177800" dir="5400000" sx="90000" sy="-19000" rotWithShape="0">
              <a:schemeClr val="accent1">
                <a:alpha val="1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rm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cxnSp>
        <p:nvCxnSpPr>
          <p:cNvPr id="24" name="直接连接符 23"/>
          <p:cNvCxnSpPr/>
          <p:nvPr>
            <p:custDataLst>
              <p:tags r:id="rId11"/>
            </p:custDataLst>
          </p:nvPr>
        </p:nvCxnSpPr>
        <p:spPr>
          <a:xfrm>
            <a:off x="5377180" y="6268085"/>
            <a:ext cx="1440180" cy="0"/>
          </a:xfrm>
          <a:prstGeom prst="line">
            <a:avLst/>
          </a:prstGeom>
          <a:ln cap="flat">
            <a:gradFill>
              <a:gsLst>
                <a:gs pos="0">
                  <a:srgbClr val="AFC6FF">
                    <a:alpha val="0"/>
                  </a:srgbClr>
                </a:gs>
                <a:gs pos="100000">
                  <a:srgbClr val="376FFF">
                    <a:alpha val="0"/>
                  </a:srgbClr>
                </a:gs>
                <a:gs pos="50000">
                  <a:srgbClr val="FFFFFF"/>
                </a:gs>
              </a:gsLst>
              <a:lin ang="10800000" scaled="1"/>
            </a:gra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图片 18" descr="343435383036303b343532343136323bcfeec4bfc9fac3fcd6dcc6da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007735" y="3037205"/>
            <a:ext cx="288000" cy="288000"/>
          </a:xfrm>
          <a:prstGeom prst="rect">
            <a:avLst/>
          </a:prstGeom>
        </p:spPr>
      </p:pic>
      <p:pic>
        <p:nvPicPr>
          <p:cNvPr id="29" name="图片 12" descr="343439383331313b343532303032383bbfcdbba7b9dcc0ed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295005" y="4067810"/>
            <a:ext cx="288000" cy="288000"/>
          </a:xfrm>
          <a:prstGeom prst="rect">
            <a:avLst/>
          </a:prstGeom>
        </p:spPr>
      </p:pic>
      <p:pic>
        <p:nvPicPr>
          <p:cNvPr id="30" name="图片 5" descr="343435383036303b343532343134393bcdb7c4d4b7e7b1a9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3640455" y="4060190"/>
            <a:ext cx="288000" cy="288000"/>
          </a:xfrm>
          <a:prstGeom prst="rect">
            <a:avLst/>
          </a:prstGeom>
        </p:spPr>
      </p:pic>
      <p:sp>
        <p:nvSpPr>
          <p:cNvPr id="31" name="矩形 30"/>
          <p:cNvSpPr/>
          <p:nvPr>
            <p:custDataLst>
              <p:tags r:id="rId21"/>
            </p:custDataLst>
          </p:nvPr>
        </p:nvSpPr>
        <p:spPr>
          <a:xfrm>
            <a:off x="8847455" y="3784600"/>
            <a:ext cx="3355975" cy="139065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信息不对称，消费者对商品真实价格、卖家资质等信息掌握不足</a:t>
            </a:r>
            <a:endParaRPr lang="zh-CN" altLang="en-US">
              <a:solidFill>
                <a:schemeClr val="tx1">
                  <a:lumMod val="85000"/>
                  <a:lumOff val="15000"/>
                </a:schemeClr>
              </a:solidFill>
              <a:latin typeface="华文中宋" panose="02010600040101010101" charset="-122"/>
              <a:ea typeface="华文中宋" panose="02010600040101010101" charset="-122"/>
              <a:cs typeface="+mn-ea"/>
            </a:endParaRPr>
          </a:p>
        </p:txBody>
      </p:sp>
      <p:sp>
        <p:nvSpPr>
          <p:cNvPr id="33" name="矩形 32"/>
          <p:cNvSpPr/>
          <p:nvPr>
            <p:custDataLst>
              <p:tags r:id="rId22"/>
            </p:custDataLst>
          </p:nvPr>
        </p:nvSpPr>
        <p:spPr>
          <a:xfrm>
            <a:off x="4149090" y="1948815"/>
            <a:ext cx="4062095" cy="95250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ctr"/>
            <a:r>
              <a:rPr lang="zh-CN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传统反诈依赖人工经验</a:t>
            </a:r>
            <a:r>
              <a:rPr lang="zh-CN" altLang="en-US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 </a:t>
            </a:r>
            <a:r>
              <a:rPr lang="en-US" altLang="zh-CN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/ </a:t>
            </a:r>
            <a:r>
              <a:rPr lang="zh-CN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关键词匹配，缺乏语义理解、动态验证和风险量化</a:t>
            </a:r>
            <a:endParaRPr lang="zh-CN">
              <a:solidFill>
                <a:schemeClr val="tx1">
                  <a:lumMod val="85000"/>
                  <a:lumOff val="15000"/>
                </a:schemeClr>
              </a:solidFill>
              <a:latin typeface="华文中宋" panose="02010600040101010101" charset="-122"/>
              <a:ea typeface="华文中宋" panose="02010600040101010101" charset="-122"/>
            </a:endParaRPr>
          </a:p>
          <a:p>
            <a:pPr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lang="zh-CN" altLang="en-US" sz="1400">
              <a:solidFill>
                <a:schemeClr val="tx1">
                  <a:lumMod val="85000"/>
                  <a:lumOff val="15000"/>
                </a:schemeClr>
              </a:solidFill>
              <a:latin typeface="华文中宋" panose="02010600040101010101" charset="-122"/>
              <a:ea typeface="华文中宋" panose="02010600040101010101" charset="-122"/>
              <a:cs typeface="+mn-ea"/>
            </a:endParaRPr>
          </a:p>
        </p:txBody>
      </p:sp>
      <p:sp>
        <p:nvSpPr>
          <p:cNvPr id="34" name="任意多边形: 形状 23"/>
          <p:cNvSpPr/>
          <p:nvPr>
            <p:custDataLst>
              <p:tags r:id="rId23"/>
            </p:custDataLst>
          </p:nvPr>
        </p:nvSpPr>
        <p:spPr>
          <a:xfrm>
            <a:off x="3987800" y="4069715"/>
            <a:ext cx="4218940" cy="2532380"/>
          </a:xfrm>
          <a:custGeom>
            <a:avLst/>
            <a:gdLst>
              <a:gd name="connsiteX0" fmla="*/ 2108242 w 4218940"/>
              <a:gd name="connsiteY0" fmla="*/ 471170 h 2532380"/>
              <a:gd name="connsiteX1" fmla="*/ 399590 w 4218940"/>
              <a:gd name="connsiteY1" fmla="*/ 2180269 h 2532380"/>
              <a:gd name="connsiteX2" fmla="*/ 430181 w 4218940"/>
              <a:gd name="connsiteY2" fmla="*/ 2503583 h 2532380"/>
              <a:gd name="connsiteX3" fmla="*/ 434235 w 4218940"/>
              <a:gd name="connsiteY3" fmla="*/ 2523490 h 2532380"/>
              <a:gd name="connsiteX4" fmla="*/ 3781880 w 4218940"/>
              <a:gd name="connsiteY4" fmla="*/ 2523490 h 2532380"/>
              <a:gd name="connsiteX5" fmla="*/ 3785935 w 4218940"/>
              <a:gd name="connsiteY5" fmla="*/ 2503583 h 2532380"/>
              <a:gd name="connsiteX6" fmla="*/ 3816525 w 4218940"/>
              <a:gd name="connsiteY6" fmla="*/ 2180269 h 2532380"/>
              <a:gd name="connsiteX7" fmla="*/ 2108242 w 4218940"/>
              <a:gd name="connsiteY7" fmla="*/ 471170 h 2532380"/>
              <a:gd name="connsiteX8" fmla="*/ 2109698 w 4218940"/>
              <a:gd name="connsiteY8" fmla="*/ 0 h 2532380"/>
              <a:gd name="connsiteX9" fmla="*/ 4218940 w 4218940"/>
              <a:gd name="connsiteY9" fmla="*/ 2108876 h 2532380"/>
              <a:gd name="connsiteX10" fmla="*/ 4181169 w 4218940"/>
              <a:gd name="connsiteY10" fmla="*/ 2507816 h 2532380"/>
              <a:gd name="connsiteX11" fmla="*/ 4176164 w 4218940"/>
              <a:gd name="connsiteY11" fmla="*/ 2532380 h 2532380"/>
              <a:gd name="connsiteX12" fmla="*/ 42777 w 4218940"/>
              <a:gd name="connsiteY12" fmla="*/ 2532380 h 2532380"/>
              <a:gd name="connsiteX13" fmla="*/ 37771 w 4218940"/>
              <a:gd name="connsiteY13" fmla="*/ 2507816 h 2532380"/>
              <a:gd name="connsiteX14" fmla="*/ 0 w 4218940"/>
              <a:gd name="connsiteY14" fmla="*/ 2108876 h 2532380"/>
              <a:gd name="connsiteX15" fmla="*/ 2109698 w 4218940"/>
              <a:gd name="connsiteY15" fmla="*/ 0 h 25323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218940" h="2532380">
                <a:moveTo>
                  <a:pt x="2108242" y="471170"/>
                </a:moveTo>
                <a:cubicBezTo>
                  <a:pt x="1164356" y="471170"/>
                  <a:pt x="399590" y="1236136"/>
                  <a:pt x="399590" y="2180269"/>
                </a:cubicBezTo>
                <a:cubicBezTo>
                  <a:pt x="399590" y="2290867"/>
                  <a:pt x="410279" y="2398884"/>
                  <a:pt x="430181" y="2503583"/>
                </a:cubicBezTo>
                <a:lnTo>
                  <a:pt x="434235" y="2523490"/>
                </a:lnTo>
                <a:lnTo>
                  <a:pt x="3781880" y="2523490"/>
                </a:lnTo>
                <a:lnTo>
                  <a:pt x="3785935" y="2503583"/>
                </a:lnTo>
                <a:cubicBezTo>
                  <a:pt x="3805837" y="2398884"/>
                  <a:pt x="3816525" y="2290867"/>
                  <a:pt x="3816525" y="2180269"/>
                </a:cubicBezTo>
                <a:cubicBezTo>
                  <a:pt x="3816525" y="1236136"/>
                  <a:pt x="3051760" y="471170"/>
                  <a:pt x="2108242" y="471170"/>
                </a:cubicBezTo>
                <a:close/>
                <a:moveTo>
                  <a:pt x="2109698" y="0"/>
                </a:moveTo>
                <a:cubicBezTo>
                  <a:pt x="3274673" y="0"/>
                  <a:pt x="4218940" y="943900"/>
                  <a:pt x="4218940" y="2108876"/>
                </a:cubicBezTo>
                <a:cubicBezTo>
                  <a:pt x="4218940" y="2245344"/>
                  <a:pt x="4205743" y="2378627"/>
                  <a:pt x="4181169" y="2507816"/>
                </a:cubicBezTo>
                <a:lnTo>
                  <a:pt x="4176164" y="2532380"/>
                </a:lnTo>
                <a:lnTo>
                  <a:pt x="42777" y="2532380"/>
                </a:lnTo>
                <a:lnTo>
                  <a:pt x="37771" y="2507816"/>
                </a:lnTo>
                <a:cubicBezTo>
                  <a:pt x="13197" y="2378627"/>
                  <a:pt x="0" y="2245344"/>
                  <a:pt x="0" y="2108876"/>
                </a:cubicBezTo>
                <a:cubicBezTo>
                  <a:pt x="0" y="943900"/>
                  <a:pt x="944267" y="0"/>
                  <a:pt x="2109698" y="0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  <a:alpha val="35000"/>
            </a:schemeClr>
          </a:solidFill>
          <a:ln w="3175">
            <a:gradFill>
              <a:gsLst>
                <a:gs pos="37000">
                  <a:schemeClr val="accent1">
                    <a:lumMod val="5000"/>
                    <a:lumOff val="95000"/>
                  </a:schemeClr>
                </a:gs>
                <a:gs pos="0">
                  <a:schemeClr val="accent1">
                    <a:lumMod val="51000"/>
                    <a:lumOff val="49000"/>
                  </a:schemeClr>
                </a:gs>
                <a:gs pos="100000">
                  <a:schemeClr val="bg1"/>
                </a:gs>
                <a:gs pos="71000">
                  <a:schemeClr val="accent1">
                    <a:lumMod val="30000"/>
                    <a:lumOff val="70000"/>
                  </a:schemeClr>
                </a:gs>
              </a:gsLst>
              <a:lin ang="16200000" scaled="0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35" name="任意多边形 15"/>
          <p:cNvSpPr/>
          <p:nvPr>
            <p:custDataLst>
              <p:tags r:id="rId24"/>
            </p:custDataLst>
          </p:nvPr>
        </p:nvSpPr>
        <p:spPr>
          <a:xfrm>
            <a:off x="4391025" y="4544060"/>
            <a:ext cx="3416935" cy="205232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9271" h="5567">
                <a:moveTo>
                  <a:pt x="4636" y="0"/>
                </a:moveTo>
                <a:cubicBezTo>
                  <a:pt x="7196" y="0"/>
                  <a:pt x="9271" y="2075"/>
                  <a:pt x="9271" y="4636"/>
                </a:cubicBezTo>
                <a:cubicBezTo>
                  <a:pt x="9271" y="4936"/>
                  <a:pt x="9242" y="5229"/>
                  <a:pt x="9188" y="5513"/>
                </a:cubicBezTo>
                <a:lnTo>
                  <a:pt x="9177" y="5567"/>
                </a:lnTo>
                <a:lnTo>
                  <a:pt x="94" y="5567"/>
                </a:lnTo>
                <a:lnTo>
                  <a:pt x="83" y="5513"/>
                </a:lnTo>
                <a:cubicBezTo>
                  <a:pt x="29" y="5229"/>
                  <a:pt x="0" y="4936"/>
                  <a:pt x="0" y="4636"/>
                </a:cubicBezTo>
                <a:cubicBezTo>
                  <a:pt x="0" y="2075"/>
                  <a:pt x="2075" y="0"/>
                  <a:pt x="4636" y="0"/>
                </a:cubicBezTo>
                <a:close/>
              </a:path>
            </a:pathLst>
          </a:custGeom>
          <a:noFill/>
          <a:ln w="3175">
            <a:gradFill>
              <a:gsLst>
                <a:gs pos="37000">
                  <a:schemeClr val="accent1">
                    <a:lumMod val="5000"/>
                    <a:lumOff val="95000"/>
                  </a:schemeClr>
                </a:gs>
                <a:gs pos="0">
                  <a:schemeClr val="accent1">
                    <a:lumMod val="51000"/>
                    <a:lumOff val="49000"/>
                  </a:schemeClr>
                </a:gs>
                <a:gs pos="100000">
                  <a:schemeClr val="bg1"/>
                </a:gs>
                <a:gs pos="71000">
                  <a:schemeClr val="accent1">
                    <a:lumMod val="30000"/>
                    <a:lumOff val="70000"/>
                  </a:schemeClr>
                </a:gs>
              </a:gsLst>
              <a:lin ang="16200000" scaled="0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rm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AutoShape 3"/>
          <p:cNvSpPr>
            <a:spLocks noChangeAspect="1" noChangeArrowheads="1" noTextEdit="1"/>
          </p:cNvSpPr>
          <p:nvPr/>
        </p:nvSpPr>
        <p:spPr bwMode="auto">
          <a:xfrm>
            <a:off x="619765" y="1679280"/>
            <a:ext cx="801370" cy="73914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schemeClr val="dk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1"/>
          <p:cNvSpPr txBox="1"/>
          <p:nvPr/>
        </p:nvSpPr>
        <p:spPr>
          <a:xfrm>
            <a:off x="1311503" y="269819"/>
            <a:ext cx="7688011" cy="551815"/>
          </a:xfrm>
          <a:prstGeom prst="rect">
            <a:avLst/>
          </a:prstGeom>
          <a:noFill/>
        </p:spPr>
        <p:txBody>
          <a:bodyPr wrap="square" lIns="63500" tIns="25400" rIns="63500" bIns="25400" rtlCol="0" anchor="b" anchorCtr="0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r>
              <a:rPr lang="zh-CN" altLang="en-US" sz="3200" b="1" spc="230">
                <a:latin typeface="vivo Sans"/>
                <a:ea typeface="vivo Sans" panose="02000500000000000000" pitchFamily="2" charset="-122"/>
                <a:cs typeface="vivo Sans" panose="02000500000000000000" pitchFamily="2" charset="-122"/>
              </a:rPr>
              <a:t>作品策划</a:t>
            </a:r>
            <a:endParaRPr lang="zh-CN" altLang="en-US" sz="3200" b="1" spc="230">
              <a:solidFill>
                <a:schemeClr val="tx1"/>
              </a:solidFill>
              <a:uFillTx/>
              <a:latin typeface="vivo Sans"/>
              <a:ea typeface="vivo Sans" panose="02000500000000000000" pitchFamily="2" charset="-122"/>
              <a:cs typeface="vivo Sans" panose="02000500000000000000" pitchFamily="2" charset="-122"/>
            </a:endParaRPr>
          </a:p>
        </p:txBody>
      </p:sp>
      <p:sp>
        <p:nvSpPr>
          <p:cNvPr id="42" name="文本框 2"/>
          <p:cNvSpPr txBox="1"/>
          <p:nvPr/>
        </p:nvSpPr>
        <p:spPr>
          <a:xfrm>
            <a:off x="1020445" y="1172210"/>
            <a:ext cx="3030220" cy="8534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zh-CN" altLang="en-US" sz="2400">
                <a:solidFill>
                  <a:srgbClr val="415FFF"/>
                </a:solidFill>
                <a:effectLst/>
                <a:latin typeface="vivo Sans" panose="02000500000000000000" pitchFamily="2" charset="-122"/>
                <a:ea typeface="vivo Sans" panose="02000500000000000000" pitchFamily="2" charset="-122"/>
                <a:cs typeface="vivo Sans" panose="02000500000000000000" pitchFamily="2" charset="-122"/>
              </a:rPr>
              <a:t>背景与思考：</a:t>
            </a:r>
            <a:endParaRPr lang="zh-CN" altLang="en-US" sz="2400">
              <a:solidFill>
                <a:srgbClr val="415FFF"/>
              </a:solidFill>
              <a:effectLst/>
              <a:latin typeface="vivo Sans" panose="02000500000000000000" pitchFamily="2" charset="-122"/>
              <a:ea typeface="vivo Sans" panose="02000500000000000000" pitchFamily="2" charset="-122"/>
              <a:cs typeface="vivo Sans" panose="02000500000000000000" pitchFamily="2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u"/>
            </a:pPr>
            <a:endParaRPr lang="zh-CN" altLang="en-US">
              <a:solidFill>
                <a:srgbClr val="415FFF"/>
              </a:solidFill>
              <a:effectLst/>
              <a:latin typeface="vivo Sans" panose="02000500000000000000" pitchFamily="2" charset="-122"/>
              <a:ea typeface="vivo Sans" panose="02000500000000000000" pitchFamily="2" charset="-122"/>
              <a:cs typeface="vivo Sans" panose="02000500000000000000" pitchFamily="2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u"/>
            </a:pPr>
            <a:endParaRPr lang="en-US" altLang="zh-CN">
              <a:solidFill>
                <a:srgbClr val="415FFF"/>
              </a:solidFill>
              <a:effectLst/>
              <a:latin typeface="vivo Sans" panose="02000500000000000000" pitchFamily="2" charset="-122"/>
              <a:ea typeface="vivo Sans" panose="02000500000000000000" pitchFamily="2" charset="-122"/>
              <a:cs typeface="vivo Sans" panose="02000500000000000000" pitchFamily="2" charset="-122"/>
            </a:endParaRPr>
          </a:p>
          <a:p>
            <a:pPr indent="0">
              <a:lnSpc>
                <a:spcPct val="150000"/>
              </a:lnSpc>
              <a:buFont typeface="Wingdings" panose="05000000000000000000" pitchFamily="2" charset="2"/>
              <a:buNone/>
            </a:pPr>
            <a:endParaRPr kumimoji="1" lang="zh-CN" altLang="en-US">
              <a:solidFill>
                <a:srgbClr val="415FFF"/>
              </a:solidFill>
              <a:latin typeface="vivo Sans" panose="02000500000000000000" pitchFamily="2" charset="-122"/>
              <a:ea typeface="vivo Sans" panose="02000500000000000000" pitchFamily="2" charset="-122"/>
              <a:cs typeface="vivo Sans" panose="02000500000000000000" pitchFamily="2" charset="-122"/>
            </a:endParaRPr>
          </a:p>
        </p:txBody>
      </p:sp>
      <p:cxnSp>
        <p:nvCxnSpPr>
          <p:cNvPr id="19" name="直接连接符 18"/>
          <p:cNvCxnSpPr/>
          <p:nvPr>
            <p:custDataLst>
              <p:tags r:id="rId1"/>
            </p:custDataLst>
          </p:nvPr>
        </p:nvCxnSpPr>
        <p:spPr>
          <a:xfrm>
            <a:off x="1652270" y="6600190"/>
            <a:ext cx="8890000" cy="0"/>
          </a:xfrm>
          <a:prstGeom prst="line">
            <a:avLst/>
          </a:prstGeom>
          <a:ln w="19050">
            <a:solidFill>
              <a:schemeClr val="accent1">
                <a:alpha val="15000"/>
              </a:schemeClr>
            </a:solidFill>
          </a:ln>
          <a:effectLst>
            <a:outerShdw blurRad="114300" dist="38100" dir="5400000" algn="t" rotWithShape="0">
              <a:schemeClr val="tx1">
                <a:alpha val="9000"/>
              </a:scheme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椭圆 2"/>
          <p:cNvSpPr/>
          <p:nvPr>
            <p:custDataLst>
              <p:tags r:id="rId2"/>
            </p:custDataLst>
          </p:nvPr>
        </p:nvSpPr>
        <p:spPr>
          <a:xfrm>
            <a:off x="5319713" y="4035743"/>
            <a:ext cx="1548765" cy="1548765"/>
          </a:xfrm>
          <a:prstGeom prst="ellipse">
            <a:avLst/>
          </a:prstGeom>
          <a:noFill/>
          <a:ln w="6350">
            <a:solidFill>
              <a:schemeClr val="tx1">
                <a:lumMod val="65000"/>
                <a:lumOff val="35000"/>
                <a:alpha val="2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numCol="1" spcCol="0" rtlCol="0" fromWordArt="0" anchor="ctr" anchorCtr="0" forceAA="0" compatLnSpc="1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8" name="弧形 27"/>
          <p:cNvSpPr/>
          <p:nvPr>
            <p:custDataLst>
              <p:tags r:id="rId3"/>
            </p:custDataLst>
          </p:nvPr>
        </p:nvSpPr>
        <p:spPr>
          <a:xfrm>
            <a:off x="4461828" y="3188018"/>
            <a:ext cx="3263900" cy="3264535"/>
          </a:xfrm>
          <a:prstGeom prst="arc">
            <a:avLst>
              <a:gd name="adj1" fmla="val 17303845"/>
              <a:gd name="adj2" fmla="val 301686"/>
            </a:avLst>
          </a:prstGeom>
          <a:ln>
            <a:solidFill>
              <a:schemeClr val="tx1">
                <a:lumMod val="65000"/>
                <a:lumOff val="35000"/>
                <a:alpha val="25000"/>
              </a:schemeClr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5" name="弧形 4"/>
          <p:cNvSpPr/>
          <p:nvPr>
            <p:custDataLst>
              <p:tags r:id="rId4"/>
            </p:custDataLst>
          </p:nvPr>
        </p:nvSpPr>
        <p:spPr>
          <a:xfrm rot="11880000">
            <a:off x="4471353" y="3189288"/>
            <a:ext cx="3263900" cy="3264535"/>
          </a:xfrm>
          <a:prstGeom prst="arc">
            <a:avLst>
              <a:gd name="adj1" fmla="val 12653348"/>
              <a:gd name="adj2" fmla="val 17184069"/>
            </a:avLst>
          </a:prstGeom>
          <a:ln>
            <a:solidFill>
              <a:schemeClr val="tx1">
                <a:lumMod val="65000"/>
                <a:lumOff val="35000"/>
                <a:alpha val="25000"/>
              </a:schemeClr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6" name="弧形 5"/>
          <p:cNvSpPr/>
          <p:nvPr>
            <p:custDataLst>
              <p:tags r:id="rId5"/>
            </p:custDataLst>
          </p:nvPr>
        </p:nvSpPr>
        <p:spPr>
          <a:xfrm rot="16500000">
            <a:off x="4471988" y="3189288"/>
            <a:ext cx="3264535" cy="3263900"/>
          </a:xfrm>
          <a:prstGeom prst="arc">
            <a:avLst>
              <a:gd name="adj1" fmla="val 15216311"/>
              <a:gd name="adj2" fmla="val 19822435"/>
            </a:avLst>
          </a:prstGeom>
          <a:ln>
            <a:solidFill>
              <a:schemeClr val="tx1">
                <a:lumMod val="65000"/>
                <a:lumOff val="35000"/>
                <a:alpha val="25000"/>
              </a:schemeClr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8" name="椭圆 7"/>
          <p:cNvSpPr/>
          <p:nvPr>
            <p:custDataLst>
              <p:tags r:id="rId6"/>
            </p:custDataLst>
          </p:nvPr>
        </p:nvSpPr>
        <p:spPr>
          <a:xfrm>
            <a:off x="6971983" y="5111433"/>
            <a:ext cx="1043940" cy="1043940"/>
          </a:xfrm>
          <a:prstGeom prst="ellipse">
            <a:avLst/>
          </a:prstGeom>
          <a:noFill/>
          <a:ln w="6350">
            <a:solidFill>
              <a:schemeClr val="tx1">
                <a:lumMod val="65000"/>
                <a:lumOff val="35000"/>
                <a:alpha val="2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numCol="1" spcCol="0" rtlCol="0" fromWordArt="0" anchor="ctr" anchorCtr="0" forceAA="0" compatLnSpc="1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43" name="任意多边形: 形状 42"/>
          <p:cNvSpPr/>
          <p:nvPr>
            <p:custDataLst>
              <p:tags r:id="rId7"/>
            </p:custDataLst>
          </p:nvPr>
        </p:nvSpPr>
        <p:spPr>
          <a:xfrm>
            <a:off x="7079933" y="5219383"/>
            <a:ext cx="828675" cy="828675"/>
          </a:xfrm>
          <a:custGeom>
            <a:avLst/>
            <a:gdLst>
              <a:gd name="connsiteX0" fmla="*/ 0 w 1075272"/>
              <a:gd name="connsiteY0" fmla="*/ 537636 h 1075272"/>
              <a:gd name="connsiteX1" fmla="*/ 537636 w 1075272"/>
              <a:gd name="connsiteY1" fmla="*/ 0 h 1075272"/>
              <a:gd name="connsiteX2" fmla="*/ 1075272 w 1075272"/>
              <a:gd name="connsiteY2" fmla="*/ 537636 h 1075272"/>
              <a:gd name="connsiteX3" fmla="*/ 537636 w 1075272"/>
              <a:gd name="connsiteY3" fmla="*/ 1075272 h 1075272"/>
              <a:gd name="connsiteX4" fmla="*/ 0 w 1075272"/>
              <a:gd name="connsiteY4" fmla="*/ 537636 h 10752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75272" h="1075272">
                <a:moveTo>
                  <a:pt x="0" y="537636"/>
                </a:moveTo>
                <a:cubicBezTo>
                  <a:pt x="0" y="240708"/>
                  <a:pt x="240708" y="0"/>
                  <a:pt x="537636" y="0"/>
                </a:cubicBezTo>
                <a:cubicBezTo>
                  <a:pt x="834564" y="0"/>
                  <a:pt x="1075272" y="240708"/>
                  <a:pt x="1075272" y="537636"/>
                </a:cubicBezTo>
                <a:cubicBezTo>
                  <a:pt x="1075272" y="834564"/>
                  <a:pt x="834564" y="1075272"/>
                  <a:pt x="537636" y="1075272"/>
                </a:cubicBezTo>
                <a:cubicBezTo>
                  <a:pt x="240708" y="1075272"/>
                  <a:pt x="0" y="834564"/>
                  <a:pt x="0" y="537636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71000">
                <a:schemeClr val="accent1"/>
              </a:gs>
            </a:gsLst>
            <a:lin ang="2700000" scaled="0"/>
          </a:gradFill>
          <a:ln>
            <a:noFill/>
          </a:ln>
          <a:effectLst>
            <a:outerShdw blurRad="50800" dist="38100" dir="8100000" algn="tr" rotWithShape="0">
              <a:schemeClr val="accent1">
                <a:alpha val="2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numCol="1" spcCol="0" rtlCol="0" fromWordArt="0" anchor="ctr" anchorCtr="0" forceAA="0" compatLnSpc="1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/>
            <a:endParaRPr lang="zh-CN" altLang="en-US"/>
          </a:p>
        </p:txBody>
      </p:sp>
      <p:sp>
        <p:nvSpPr>
          <p:cNvPr id="9" name="任意多边形: 形状 39"/>
          <p:cNvSpPr>
            <a:spLocks noChangeAspect="1"/>
          </p:cNvSpPr>
          <p:nvPr>
            <p:custDataLst>
              <p:tags r:id="rId8"/>
            </p:custDataLst>
          </p:nvPr>
        </p:nvSpPr>
        <p:spPr>
          <a:xfrm>
            <a:off x="5461953" y="4178618"/>
            <a:ext cx="1260000" cy="1260000"/>
          </a:xfrm>
          <a:custGeom>
            <a:avLst/>
            <a:gdLst>
              <a:gd name="connsiteX0" fmla="*/ 0 w 1536103"/>
              <a:gd name="connsiteY0" fmla="*/ 768052 h 1536103"/>
              <a:gd name="connsiteX1" fmla="*/ 768052 w 1536103"/>
              <a:gd name="connsiteY1" fmla="*/ 0 h 1536103"/>
              <a:gd name="connsiteX2" fmla="*/ 1536104 w 1536103"/>
              <a:gd name="connsiteY2" fmla="*/ 768052 h 1536103"/>
              <a:gd name="connsiteX3" fmla="*/ 768052 w 1536103"/>
              <a:gd name="connsiteY3" fmla="*/ 1536104 h 1536103"/>
              <a:gd name="connsiteX4" fmla="*/ 0 w 1536103"/>
              <a:gd name="connsiteY4" fmla="*/ 768052 h 1536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36103" h="1536103">
                <a:moveTo>
                  <a:pt x="0" y="768052"/>
                </a:moveTo>
                <a:cubicBezTo>
                  <a:pt x="0" y="343869"/>
                  <a:pt x="343869" y="0"/>
                  <a:pt x="768052" y="0"/>
                </a:cubicBezTo>
                <a:cubicBezTo>
                  <a:pt x="1192235" y="0"/>
                  <a:pt x="1536104" y="343869"/>
                  <a:pt x="1536104" y="768052"/>
                </a:cubicBezTo>
                <a:cubicBezTo>
                  <a:pt x="1536104" y="1192235"/>
                  <a:pt x="1192235" y="1536104"/>
                  <a:pt x="768052" y="1536104"/>
                </a:cubicBezTo>
                <a:cubicBezTo>
                  <a:pt x="343869" y="1536104"/>
                  <a:pt x="0" y="1192235"/>
                  <a:pt x="0" y="768052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71000">
                <a:schemeClr val="accent1"/>
              </a:gs>
            </a:gsLst>
            <a:lin ang="2700000" scaled="0"/>
          </a:gradFill>
          <a:ln>
            <a:noFill/>
          </a:ln>
          <a:effectLst>
            <a:outerShdw blurRad="50800" dist="38100" dir="8100000" algn="tr" rotWithShape="0">
              <a:schemeClr val="accent1">
                <a:alpha val="2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spcFirstLastPara="0" vertOverflow="overflow" horzOverflow="overflow" vert="horz" wrap="square" lIns="71755" tIns="71755" rIns="71755" bIns="71755" numCol="1" spcCol="0" rtlCol="0" fromWordArt="0" anchor="ctr" anchorCtr="0" forceAA="0" compatLnSpc="1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9144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1600" b="1">
                <a:solidFill>
                  <a:srgbClr val="FFFFFF"/>
                </a:solidFill>
                <a:latin typeface="+mj-ea"/>
                <a:ea typeface="+mj-ea"/>
                <a:cs typeface="+mj-ea"/>
                <a:sym typeface="+mn-ea"/>
              </a:rPr>
              <a:t>人群分析</a:t>
            </a:r>
            <a:endParaRPr lang="zh-CN" altLang="en-US" sz="1600" b="1">
              <a:solidFill>
                <a:srgbClr val="FFFFFF"/>
              </a:solidFill>
              <a:latin typeface="+mj-ea"/>
              <a:ea typeface="+mj-ea"/>
              <a:cs typeface="+mj-ea"/>
              <a:sym typeface="+mn-ea"/>
            </a:endParaRPr>
          </a:p>
        </p:txBody>
      </p:sp>
      <p:sp>
        <p:nvSpPr>
          <p:cNvPr id="63" name="文本框 62"/>
          <p:cNvSpPr txBox="1"/>
          <p:nvPr>
            <p:custDataLst>
              <p:tags r:id="rId9"/>
            </p:custDataLst>
          </p:nvPr>
        </p:nvSpPr>
        <p:spPr>
          <a:xfrm>
            <a:off x="8160068" y="5411153"/>
            <a:ext cx="4091940" cy="88963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vl="0" algn="l">
              <a:lnSpc>
                <a:spcPct val="130000"/>
              </a:lnSpc>
              <a:buClrTx/>
              <a:buSzTx/>
              <a:buFontTx/>
            </a:pPr>
            <a:r>
              <a:rPr lang="zh-CN" altLang="en-US" sz="2000" spc="15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电商平台：辅助审核违规广告，监控卖家行为，降低投诉率</a:t>
            </a:r>
            <a:endParaRPr lang="zh-CN" altLang="en-US" sz="2000" spc="150">
              <a:solidFill>
                <a:schemeClr val="tx1">
                  <a:lumMod val="65000"/>
                  <a:lumOff val="35000"/>
                </a:schemeClr>
              </a:solidFill>
              <a:uFillTx/>
              <a:latin typeface="华文中宋" panose="02010600040101010101" charset="-122"/>
              <a:ea typeface="华文中宋" panose="02010600040101010101" charset="-122"/>
              <a:cs typeface="+mn-ea"/>
              <a:sym typeface="+mn-ea"/>
            </a:endParaRPr>
          </a:p>
        </p:txBody>
      </p:sp>
      <p:sp>
        <p:nvSpPr>
          <p:cNvPr id="10" name="文本框 9"/>
          <p:cNvSpPr txBox="1"/>
          <p:nvPr>
            <p:custDataLst>
              <p:tags r:id="rId10"/>
            </p:custDataLst>
          </p:nvPr>
        </p:nvSpPr>
        <p:spPr>
          <a:xfrm>
            <a:off x="143193" y="5421313"/>
            <a:ext cx="3905885" cy="87947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vl="0" algn="ctr">
              <a:lnSpc>
                <a:spcPct val="130000"/>
              </a:lnSpc>
              <a:buClrTx/>
              <a:buSzTx/>
              <a:buFontTx/>
            </a:pPr>
            <a:r>
              <a:rPr lang="zh-CN" altLang="en-US" sz="2000" spc="15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监管部门：监测欺诈行为，定位高风险店铺，辅助执法</a:t>
            </a:r>
            <a:endParaRPr lang="zh-CN" altLang="en-US" sz="2000" spc="150">
              <a:solidFill>
                <a:schemeClr val="tx1">
                  <a:lumMod val="65000"/>
                  <a:lumOff val="35000"/>
                </a:schemeClr>
              </a:solidFill>
              <a:uFillTx/>
              <a:latin typeface="华文中宋" panose="02010600040101010101" charset="-122"/>
              <a:ea typeface="华文中宋" panose="02010600040101010101" charset="-122"/>
              <a:cs typeface="+mn-ea"/>
            </a:endParaRPr>
          </a:p>
        </p:txBody>
      </p:sp>
      <p:sp>
        <p:nvSpPr>
          <p:cNvPr id="14" name="椭圆 13"/>
          <p:cNvSpPr/>
          <p:nvPr>
            <p:custDataLst>
              <p:tags r:id="rId11"/>
            </p:custDataLst>
          </p:nvPr>
        </p:nvSpPr>
        <p:spPr>
          <a:xfrm>
            <a:off x="5571808" y="2654618"/>
            <a:ext cx="1043940" cy="1043940"/>
          </a:xfrm>
          <a:prstGeom prst="ellipse">
            <a:avLst/>
          </a:prstGeom>
          <a:noFill/>
          <a:ln w="6350">
            <a:solidFill>
              <a:schemeClr val="tx1">
                <a:lumMod val="65000"/>
                <a:lumOff val="35000"/>
                <a:alpha val="2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numCol="1" spcCol="0" rtlCol="0" fromWordArt="0" anchor="ctr" anchorCtr="0" forceAA="0" compatLnSpc="1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8" name="任意多边形: 形状 45"/>
          <p:cNvSpPr/>
          <p:nvPr>
            <p:custDataLst>
              <p:tags r:id="rId12"/>
            </p:custDataLst>
          </p:nvPr>
        </p:nvSpPr>
        <p:spPr>
          <a:xfrm>
            <a:off x="5679758" y="2762568"/>
            <a:ext cx="828675" cy="828675"/>
          </a:xfrm>
          <a:custGeom>
            <a:avLst/>
            <a:gdLst>
              <a:gd name="connsiteX0" fmla="*/ 0 w 1075272"/>
              <a:gd name="connsiteY0" fmla="*/ 537636 h 1075272"/>
              <a:gd name="connsiteX1" fmla="*/ 537636 w 1075272"/>
              <a:gd name="connsiteY1" fmla="*/ 0 h 1075272"/>
              <a:gd name="connsiteX2" fmla="*/ 1075272 w 1075272"/>
              <a:gd name="connsiteY2" fmla="*/ 537636 h 1075272"/>
              <a:gd name="connsiteX3" fmla="*/ 537636 w 1075272"/>
              <a:gd name="connsiteY3" fmla="*/ 1075272 h 1075272"/>
              <a:gd name="connsiteX4" fmla="*/ 0 w 1075272"/>
              <a:gd name="connsiteY4" fmla="*/ 537636 h 10752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75272" h="1075272">
                <a:moveTo>
                  <a:pt x="0" y="537636"/>
                </a:moveTo>
                <a:cubicBezTo>
                  <a:pt x="0" y="240708"/>
                  <a:pt x="240708" y="0"/>
                  <a:pt x="537636" y="0"/>
                </a:cubicBezTo>
                <a:cubicBezTo>
                  <a:pt x="834564" y="0"/>
                  <a:pt x="1075272" y="240708"/>
                  <a:pt x="1075272" y="537636"/>
                </a:cubicBezTo>
                <a:cubicBezTo>
                  <a:pt x="1075272" y="834564"/>
                  <a:pt x="834564" y="1075272"/>
                  <a:pt x="537636" y="1075272"/>
                </a:cubicBezTo>
                <a:cubicBezTo>
                  <a:pt x="240708" y="1075272"/>
                  <a:pt x="0" y="834564"/>
                  <a:pt x="0" y="537636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71000">
                <a:schemeClr val="accent1"/>
              </a:gs>
            </a:gsLst>
            <a:lin ang="2700000" scaled="0"/>
          </a:gradFill>
          <a:ln>
            <a:noFill/>
          </a:ln>
          <a:effectLst>
            <a:outerShdw blurRad="50800" dist="38100" dir="8100000" algn="tr" rotWithShape="0">
              <a:schemeClr val="accent1">
                <a:alpha val="2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numCol="1" spcCol="0" rtlCol="0" fromWordArt="0" anchor="ctr" anchorCtr="0" forceAA="0" compatLnSpc="1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/>
            <a:endParaRPr lang="zh-CN" altLang="en-US"/>
          </a:p>
        </p:txBody>
      </p:sp>
      <p:sp>
        <p:nvSpPr>
          <p:cNvPr id="21" name="椭圆 20"/>
          <p:cNvSpPr/>
          <p:nvPr>
            <p:custDataLst>
              <p:tags r:id="rId13"/>
            </p:custDataLst>
          </p:nvPr>
        </p:nvSpPr>
        <p:spPr>
          <a:xfrm>
            <a:off x="4161473" y="5111433"/>
            <a:ext cx="1043940" cy="1043940"/>
          </a:xfrm>
          <a:prstGeom prst="ellipse">
            <a:avLst/>
          </a:prstGeom>
          <a:noFill/>
          <a:ln w="6350">
            <a:solidFill>
              <a:schemeClr val="tx1">
                <a:lumMod val="65000"/>
                <a:lumOff val="35000"/>
                <a:alpha val="2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numCol="1" spcCol="0" rtlCol="0" fromWordArt="0" anchor="ctr" anchorCtr="0" forceAA="0" compatLnSpc="1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pic>
        <p:nvPicPr>
          <p:cNvPr id="20" name="图片 15" descr="343439383331313b343532303033313bd3a6d3c3c9ccb3c7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950268" y="3032443"/>
            <a:ext cx="288000" cy="288000"/>
          </a:xfrm>
          <a:prstGeom prst="rect">
            <a:avLst/>
          </a:prstGeom>
        </p:spPr>
      </p:pic>
      <p:sp>
        <p:nvSpPr>
          <p:cNvPr id="22" name="任意多边形: 形状 44"/>
          <p:cNvSpPr/>
          <p:nvPr>
            <p:custDataLst>
              <p:tags r:id="rId17"/>
            </p:custDataLst>
          </p:nvPr>
        </p:nvSpPr>
        <p:spPr>
          <a:xfrm>
            <a:off x="4269423" y="5219383"/>
            <a:ext cx="828675" cy="828675"/>
          </a:xfrm>
          <a:custGeom>
            <a:avLst/>
            <a:gdLst>
              <a:gd name="connsiteX0" fmla="*/ 0 w 1075272"/>
              <a:gd name="connsiteY0" fmla="*/ 537636 h 1075272"/>
              <a:gd name="connsiteX1" fmla="*/ 537636 w 1075272"/>
              <a:gd name="connsiteY1" fmla="*/ 0 h 1075272"/>
              <a:gd name="connsiteX2" fmla="*/ 1075272 w 1075272"/>
              <a:gd name="connsiteY2" fmla="*/ 537636 h 1075272"/>
              <a:gd name="connsiteX3" fmla="*/ 537636 w 1075272"/>
              <a:gd name="connsiteY3" fmla="*/ 1075272 h 1075272"/>
              <a:gd name="connsiteX4" fmla="*/ 0 w 1075272"/>
              <a:gd name="connsiteY4" fmla="*/ 537636 h 10752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75272" h="1075272">
                <a:moveTo>
                  <a:pt x="0" y="537636"/>
                </a:moveTo>
                <a:cubicBezTo>
                  <a:pt x="0" y="240708"/>
                  <a:pt x="240708" y="0"/>
                  <a:pt x="537636" y="0"/>
                </a:cubicBezTo>
                <a:cubicBezTo>
                  <a:pt x="834564" y="0"/>
                  <a:pt x="1075272" y="240708"/>
                  <a:pt x="1075272" y="537636"/>
                </a:cubicBezTo>
                <a:cubicBezTo>
                  <a:pt x="1075272" y="834564"/>
                  <a:pt x="834564" y="1075272"/>
                  <a:pt x="537636" y="1075272"/>
                </a:cubicBezTo>
                <a:cubicBezTo>
                  <a:pt x="240708" y="1075272"/>
                  <a:pt x="0" y="834564"/>
                  <a:pt x="0" y="537636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71000">
                <a:schemeClr val="accent1"/>
              </a:gs>
            </a:gsLst>
            <a:lin ang="2700000" scaled="0"/>
          </a:gradFill>
          <a:ln>
            <a:noFill/>
          </a:ln>
          <a:effectLst>
            <a:outerShdw blurRad="50800" dist="38100" dir="8100000" algn="tr" rotWithShape="0">
              <a:schemeClr val="accent1">
                <a:alpha val="2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numCol="1" spcCol="0" rtlCol="0" fromWordArt="0" anchor="ctr" anchorCtr="0" forceAA="0" compatLnSpc="1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/>
            <a:endParaRPr lang="zh-CN" altLang="en-US"/>
          </a:p>
        </p:txBody>
      </p:sp>
      <p:pic>
        <p:nvPicPr>
          <p:cNvPr id="13" name="图片 20" descr="343435383038363b343532323339383bd6b4d0d0cad6b6ce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539298" y="5489258"/>
            <a:ext cx="288000" cy="288000"/>
          </a:xfrm>
          <a:prstGeom prst="rect">
            <a:avLst/>
          </a:prstGeom>
        </p:spPr>
      </p:pic>
      <p:pic>
        <p:nvPicPr>
          <p:cNvPr id="15" name="图片 19" descr="343435383038363b343532323339393bd6b4d0d0d5aad2aa"/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7349808" y="5489258"/>
            <a:ext cx="288000" cy="288000"/>
          </a:xfrm>
          <a:prstGeom prst="rect">
            <a:avLst/>
          </a:prstGeom>
        </p:spPr>
      </p:pic>
      <p:sp>
        <p:nvSpPr>
          <p:cNvPr id="23" name="文本框 22"/>
          <p:cNvSpPr txBox="1"/>
          <p:nvPr>
            <p:custDataLst>
              <p:tags r:id="rId24"/>
            </p:custDataLst>
          </p:nvPr>
        </p:nvSpPr>
        <p:spPr>
          <a:xfrm>
            <a:off x="3069908" y="1681163"/>
            <a:ext cx="6073140" cy="97853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vl="0" algn="ctr">
              <a:lnSpc>
                <a:spcPct val="130000"/>
              </a:lnSpc>
              <a:buClrTx/>
              <a:buSzTx/>
              <a:buFontTx/>
            </a:pPr>
            <a:r>
              <a:rPr lang="zh-CN" altLang="en-US" sz="2000" spc="15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普通消费者：需快速验真商品</a:t>
            </a:r>
            <a:r>
              <a:rPr lang="en-US" altLang="zh-CN" sz="2000" spc="15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 / </a:t>
            </a:r>
            <a:r>
              <a:rPr lang="zh-CN" altLang="en-US" sz="2000" spc="15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卖家，规避交易风险（购前咨询、交易预警、大额确认）</a:t>
            </a:r>
            <a:endParaRPr lang="zh-CN" altLang="en-US" sz="2000" spc="150">
              <a:solidFill>
                <a:schemeClr val="tx1">
                  <a:lumMod val="65000"/>
                  <a:lumOff val="35000"/>
                </a:schemeClr>
              </a:solidFill>
              <a:uFillTx/>
              <a:latin typeface="华文中宋" panose="02010600040101010101" charset="-122"/>
              <a:ea typeface="华文中宋" panose="02010600040101010101" charset="-122"/>
              <a:cs typeface="+mn-ea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矩形: 圆角 3"/>
          <p:cNvSpPr/>
          <p:nvPr>
            <p:custDataLst>
              <p:tags r:id="rId1"/>
            </p:custDataLst>
          </p:nvPr>
        </p:nvSpPr>
        <p:spPr>
          <a:xfrm>
            <a:off x="609600" y="1526540"/>
            <a:ext cx="11207115" cy="4721860"/>
          </a:xfrm>
          <a:prstGeom prst="roundRect">
            <a:avLst>
              <a:gd name="adj" fmla="val 4859"/>
            </a:avLst>
          </a:prstGeom>
          <a:ln w="952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lin ang="10800000" scaled="1"/>
              <a:tileRect/>
            </a:gradFill>
            <a:prstDash val="solid"/>
          </a:ln>
          <a:effectLst>
            <a:outerShdw blurRad="127000" dist="76200" dir="3600000" algn="ctr" rotWithShape="0">
              <a:schemeClr val="accent1">
                <a:alpha val="23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 </a:t>
            </a:r>
            <a:endParaRPr lang="zh-CN" altLang="en-US"/>
          </a:p>
        </p:txBody>
      </p:sp>
      <p:sp>
        <p:nvSpPr>
          <p:cNvPr id="7" name="矩形: 圆角 3"/>
          <p:cNvSpPr/>
          <p:nvPr>
            <p:custDataLst>
              <p:tags r:id="rId2"/>
            </p:custDataLst>
          </p:nvPr>
        </p:nvSpPr>
        <p:spPr>
          <a:xfrm>
            <a:off x="609600" y="1526540"/>
            <a:ext cx="11207115" cy="4721860"/>
          </a:xfrm>
          <a:prstGeom prst="roundRect">
            <a:avLst>
              <a:gd name="adj" fmla="val 4859"/>
            </a:avLst>
          </a:prstGeom>
          <a:solidFill>
            <a:srgbClr val="FFFFFF">
              <a:alpha val="20000"/>
            </a:srgbClr>
          </a:solidFill>
          <a:ln w="9525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 </a:t>
            </a:r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zh-CN" altLang="en-US"/>
              <a:t>作品策划</a:t>
            </a:r>
            <a:endParaRPr lang="zh-CN" altLang="en-US"/>
          </a:p>
        </p:txBody>
      </p:sp>
      <p:sp>
        <p:nvSpPr>
          <p:cNvPr id="4" name="矩形: 圆角 3"/>
          <p:cNvSpPr/>
          <p:nvPr>
            <p:custDataLst>
              <p:tags r:id="rId4"/>
            </p:custDataLst>
          </p:nvPr>
        </p:nvSpPr>
        <p:spPr>
          <a:xfrm>
            <a:off x="9398000" y="1526540"/>
            <a:ext cx="2418715" cy="4721860"/>
          </a:xfrm>
          <a:custGeom>
            <a:avLst/>
            <a:gdLst>
              <a:gd name="adj" fmla="val 4859"/>
              <a:gd name="a" fmla="pin 0 adj 50000"/>
              <a:gd name="x1" fmla="*/ ss a 100000"/>
              <a:gd name="x2" fmla="+- r 0 x1"/>
              <a:gd name="y2" fmla="+- b 0 x1"/>
              <a:gd name="il" fmla="*/ x1 29289 100000"/>
              <a:gd name="ir" fmla="+- r 0 il"/>
              <a:gd name="ib" fmla="+- b 0 il"/>
            </a:gdLst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3809" h="7436">
                <a:moveTo>
                  <a:pt x="0" y="0"/>
                </a:moveTo>
                <a:lnTo>
                  <a:pt x="3448" y="0"/>
                </a:lnTo>
                <a:cubicBezTo>
                  <a:pt x="3647" y="0"/>
                  <a:pt x="3809" y="162"/>
                  <a:pt x="3809" y="361"/>
                </a:cubicBezTo>
                <a:lnTo>
                  <a:pt x="3809" y="7075"/>
                </a:lnTo>
                <a:cubicBezTo>
                  <a:pt x="3809" y="7274"/>
                  <a:pt x="3647" y="7436"/>
                  <a:pt x="3448" y="7436"/>
                </a:cubicBezTo>
                <a:lnTo>
                  <a:pt x="0" y="7436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61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90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>
                <a:sym typeface="+mn-ea"/>
              </a:rPr>
              <a:t> </a:t>
            </a:r>
            <a:endParaRPr lang="en-US" altLang="zh-CN">
              <a:sym typeface="+mn-ea"/>
            </a:endParaRPr>
          </a:p>
        </p:txBody>
      </p:sp>
      <p:sp>
        <p:nvSpPr>
          <p:cNvPr id="8" name="矩形 7"/>
          <p:cNvSpPr/>
          <p:nvPr>
            <p:custDataLst>
              <p:tags r:id="rId5"/>
            </p:custDataLst>
          </p:nvPr>
        </p:nvSpPr>
        <p:spPr>
          <a:xfrm>
            <a:off x="1049020" y="2804255"/>
            <a:ext cx="10328400" cy="2995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任意多边形 10"/>
          <p:cNvSpPr>
            <a:spLocks noChangeAspect="1"/>
          </p:cNvSpPr>
          <p:nvPr>
            <p:custDataLst>
              <p:tags r:id="rId6"/>
            </p:custDataLst>
          </p:nvPr>
        </p:nvSpPr>
        <p:spPr>
          <a:xfrm flipH="1" flipV="1">
            <a:off x="10247333" y="1893315"/>
            <a:ext cx="720000" cy="536902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528" h="1413">
                <a:moveTo>
                  <a:pt x="485" y="0"/>
                </a:moveTo>
                <a:lnTo>
                  <a:pt x="615" y="206"/>
                </a:lnTo>
                <a:cubicBezTo>
                  <a:pt x="507" y="251"/>
                  <a:pt x="428" y="318"/>
                  <a:pt x="377" y="408"/>
                </a:cubicBezTo>
                <a:cubicBezTo>
                  <a:pt x="326" y="497"/>
                  <a:pt x="297" y="627"/>
                  <a:pt x="291" y="798"/>
                </a:cubicBezTo>
                <a:lnTo>
                  <a:pt x="568" y="798"/>
                </a:lnTo>
                <a:lnTo>
                  <a:pt x="568" y="1413"/>
                </a:lnTo>
                <a:lnTo>
                  <a:pt x="0" y="1413"/>
                </a:lnTo>
                <a:lnTo>
                  <a:pt x="0" y="927"/>
                </a:lnTo>
                <a:cubicBezTo>
                  <a:pt x="0" y="664"/>
                  <a:pt x="31" y="474"/>
                  <a:pt x="94" y="356"/>
                </a:cubicBezTo>
                <a:cubicBezTo>
                  <a:pt x="177" y="199"/>
                  <a:pt x="307" y="80"/>
                  <a:pt x="485" y="0"/>
                </a:cubicBezTo>
                <a:close/>
                <a:moveTo>
                  <a:pt x="1398" y="0"/>
                </a:moveTo>
                <a:lnTo>
                  <a:pt x="1528" y="206"/>
                </a:lnTo>
                <a:cubicBezTo>
                  <a:pt x="1420" y="251"/>
                  <a:pt x="1340" y="318"/>
                  <a:pt x="1290" y="408"/>
                </a:cubicBezTo>
                <a:cubicBezTo>
                  <a:pt x="1239" y="497"/>
                  <a:pt x="1210" y="627"/>
                  <a:pt x="1204" y="798"/>
                </a:cubicBezTo>
                <a:lnTo>
                  <a:pt x="1481" y="798"/>
                </a:lnTo>
                <a:lnTo>
                  <a:pt x="1481" y="1413"/>
                </a:lnTo>
                <a:lnTo>
                  <a:pt x="912" y="1413"/>
                </a:lnTo>
                <a:lnTo>
                  <a:pt x="912" y="927"/>
                </a:lnTo>
                <a:cubicBezTo>
                  <a:pt x="912" y="664"/>
                  <a:pt x="944" y="474"/>
                  <a:pt x="1006" y="356"/>
                </a:cubicBezTo>
                <a:cubicBezTo>
                  <a:pt x="1089" y="199"/>
                  <a:pt x="1220" y="80"/>
                  <a:pt x="1398" y="0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noFill/>
            </a:endParaRPr>
          </a:p>
        </p:txBody>
      </p:sp>
      <p:sp>
        <p:nvSpPr>
          <p:cNvPr id="22" name="矩形 21"/>
          <p:cNvSpPr/>
          <p:nvPr>
            <p:custDataLst>
              <p:tags r:id="rId7"/>
            </p:custDataLst>
          </p:nvPr>
        </p:nvSpPr>
        <p:spPr>
          <a:xfrm>
            <a:off x="1049020" y="1788795"/>
            <a:ext cx="8091805" cy="7461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zh-CN" altLang="en-US" sz="1600" kern="0" spc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ea typeface="+mn-ea"/>
                <a:sym typeface="+mn-ea"/>
              </a:rPr>
              <a:t>现有解决方案局限</a:t>
            </a:r>
            <a:endParaRPr lang="zh-CN" altLang="en-US" sz="1600" kern="0" spc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ea typeface="+mn-ea"/>
              <a:sym typeface="+mn-ea"/>
            </a:endParaRPr>
          </a:p>
        </p:txBody>
      </p:sp>
      <p:graphicFrame>
        <p:nvGraphicFramePr>
          <p:cNvPr id="3" name="表格 1"/>
          <p:cNvGraphicFramePr/>
          <p:nvPr/>
        </p:nvGraphicFramePr>
        <p:xfrm>
          <a:off x="1049020" y="2803525"/>
          <a:ext cx="10328275" cy="29952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8685"/>
                <a:gridCol w="8149590"/>
              </a:tblGrid>
              <a:tr h="1036955">
                <a:tc>
                  <a:txBody>
                    <a:bodyPr/>
                    <a:lstStyle/>
                    <a:p>
                      <a:pPr indent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2100" b="1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类型</a:t>
                      </a:r>
                      <a:endParaRPr lang="zh-CN" altLang="en-US" sz="2100" b="1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215900" marR="215900" marT="133350" marB="13335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2100" b="1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问题</a:t>
                      </a:r>
                      <a:endParaRPr lang="zh-CN" altLang="en-US" sz="2100" b="1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215900" marR="215900" marT="133350" marB="133350" anchor="ctr"/>
                </a:tc>
              </a:tr>
              <a:tr h="979170">
                <a:tc>
                  <a:txBody>
                    <a:bodyPr/>
                    <a:lstStyle/>
                    <a:p>
                      <a:pPr indent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900" b="0" spc="13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人工审核</a:t>
                      </a:r>
                      <a:endParaRPr lang="zh-CN" altLang="en-US" sz="1900" b="0" spc="13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215900" marR="215900" marT="133350" marB="13335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900" b="0" spc="13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效率低（</a:t>
                      </a:r>
                      <a:r>
                        <a:rPr lang="en-US" altLang="zh-CN" sz="1900" b="0" spc="13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3-5 </a:t>
                      </a:r>
                      <a:r>
                        <a:rPr lang="zh-CN" altLang="en-US" sz="1900" b="0" spc="13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分钟 </a:t>
                      </a:r>
                      <a:r>
                        <a:rPr lang="en-US" altLang="zh-CN" sz="1900" b="0" spc="13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/ </a:t>
                      </a:r>
                      <a:r>
                        <a:rPr lang="zh-CN" altLang="en-US" sz="1900" b="0" spc="13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条）、成本高、识别滞后、标准不统一</a:t>
                      </a:r>
                      <a:endParaRPr lang="zh-CN" altLang="en-US" sz="1900" b="0" spc="13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215900" marR="215900" marT="133350" marB="133350" anchor="ctr"/>
                </a:tc>
              </a:tr>
              <a:tr h="979170">
                <a:tc>
                  <a:txBody>
                    <a:bodyPr/>
                    <a:lstStyle/>
                    <a:p>
                      <a:pPr indent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900" b="0" spc="13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关键词匹配</a:t>
                      </a:r>
                      <a:endParaRPr lang="zh-CN" altLang="en-US" sz="1900" b="0" spc="13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215900" marR="215900" marT="133350" marB="13335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900" b="0" spc="13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无法理解语义，误判漏判多，对复杂欺诈无效</a:t>
                      </a:r>
                      <a:endParaRPr lang="zh-CN" altLang="en-US" sz="1900" b="0" spc="13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215900" marR="215900" marT="133350" marB="133350" anchor="ctr"/>
                </a:tc>
              </a:tr>
            </a:tbl>
          </a:graphicData>
        </a:graphic>
      </p:graphicFrame>
      <p:sp>
        <p:nvSpPr>
          <p:cNvPr id="9" name="文本框 8"/>
          <p:cNvSpPr txBox="1"/>
          <p:nvPr/>
        </p:nvSpPr>
        <p:spPr>
          <a:xfrm>
            <a:off x="551180" y="836295"/>
            <a:ext cx="609600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zh-CN" altLang="en-US" sz="2400">
                <a:solidFill>
                  <a:srgbClr val="415FFF"/>
                </a:solidFill>
                <a:effectLst/>
                <a:latin typeface="vivo Sans" panose="02000500000000000000" pitchFamily="2" charset="-122"/>
                <a:ea typeface="vivo Sans" panose="02000500000000000000" pitchFamily="2" charset="-122"/>
                <a:cs typeface="vivo Sans" panose="02000500000000000000" pitchFamily="2" charset="-122"/>
                <a:sym typeface="+mn-ea"/>
              </a:rPr>
              <a:t>背景与思考：</a:t>
            </a:r>
            <a:endParaRPr lang="zh-CN" altLang="en-US" sz="2400">
              <a:solidFill>
                <a:srgbClr val="415FFF"/>
              </a:solidFill>
              <a:effectLst/>
              <a:latin typeface="vivo Sans" panose="02000500000000000000" pitchFamily="2" charset="-122"/>
              <a:ea typeface="vivo Sans" panose="02000500000000000000" pitchFamily="2" charset="-122"/>
              <a:cs typeface="vivo Sans" panose="02000500000000000000" pitchFamily="2" charset="-122"/>
              <a:sym typeface="+mn-ea"/>
            </a:endParaRPr>
          </a:p>
        </p:txBody>
      </p:sp>
    </p:spTree>
    <p:custDataLst>
      <p:tags r:id="rId8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6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445698" y="267878"/>
            <a:ext cx="9300603" cy="661670"/>
          </a:xfrm>
        </p:spPr>
        <p:txBody>
          <a:bodyPr/>
          <a:lstStyle/>
          <a:p>
            <a:r>
              <a:rPr lang="zh-CN" altLang="en-US">
                <a:sym typeface="+mn-ea"/>
              </a:rPr>
              <a:t>作品策划</a:t>
            </a:r>
            <a:endParaRPr lang="zh-CN" altLang="en-US">
              <a:latin typeface="+mn-ea"/>
              <a:ea typeface="+mn-ea"/>
              <a:cs typeface="+mn-cs"/>
            </a:endParaRPr>
          </a:p>
        </p:txBody>
      </p:sp>
      <p:sp>
        <p:nvSpPr>
          <p:cNvPr id="3" name="圆角矩形 1"/>
          <p:cNvSpPr/>
          <p:nvPr>
            <p:custDataLst>
              <p:tags r:id="rId2"/>
            </p:custDataLst>
          </p:nvPr>
        </p:nvSpPr>
        <p:spPr>
          <a:xfrm>
            <a:off x="1138317" y="2417280"/>
            <a:ext cx="548036" cy="548036"/>
          </a:xfrm>
          <a:prstGeom prst="roundRect">
            <a:avLst/>
          </a:prstGeom>
          <a:gradFill>
            <a:gsLst>
              <a:gs pos="0">
                <a:schemeClr val="accent1">
                  <a:lumMod val="60000"/>
                  <a:lumOff val="40000"/>
                  <a:alpha val="76000"/>
                </a:schemeClr>
              </a:gs>
              <a:gs pos="100000">
                <a:schemeClr val="accent1">
                  <a:alpha val="100000"/>
                </a:schemeClr>
              </a:gs>
            </a:gsLst>
            <a:lin ang="2700000" scaled="0"/>
          </a:gradFill>
          <a:ln>
            <a:noFill/>
          </a:ln>
          <a:effectLst>
            <a:outerShdw blurRad="177800" dist="38100" dir="2700000" algn="tl" rotWithShape="0">
              <a:schemeClr val="accent1">
                <a:lumMod val="75000"/>
                <a:alpha val="15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  <a:latin typeface="+mn-ea"/>
            </a:endParaRPr>
          </a:p>
        </p:txBody>
      </p:sp>
      <p:sp>
        <p:nvSpPr>
          <p:cNvPr id="20" name="矩形 19"/>
          <p:cNvSpPr/>
          <p:nvPr>
            <p:custDataLst>
              <p:tags r:id="rId3"/>
            </p:custDataLst>
          </p:nvPr>
        </p:nvSpPr>
        <p:spPr>
          <a:xfrm>
            <a:off x="2027418" y="1993565"/>
            <a:ext cx="9018102" cy="2153777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sz="2000" b="1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核心技术优势</a:t>
            </a:r>
            <a:r>
              <a:rPr lang="zh-CN" sz="2000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：基于 vivo </a:t>
            </a:r>
            <a:r>
              <a:rPr lang="zh-CN" altLang="en-US" sz="2000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蓝心</a:t>
            </a:r>
            <a:r>
              <a:rPr lang="zh-CN" sz="2000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大模型的智能反诈引擎，基于</a:t>
            </a:r>
            <a:r>
              <a:rPr lang="zh-CN" altLang="en-US" sz="2000" b="1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特异化</a:t>
            </a:r>
            <a:r>
              <a:rPr lang="en-US" altLang="zh-CN" sz="2000" b="1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prompt</a:t>
            </a:r>
            <a:r>
              <a:rPr lang="zh-CN" altLang="en-US" sz="2000" b="1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工程</a:t>
            </a:r>
            <a:r>
              <a:rPr lang="zh-CN" altLang="en-US" sz="2000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的</a:t>
            </a:r>
            <a:r>
              <a:rPr lang="zh-CN" sz="2000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集成拟人化交互</a:t>
            </a:r>
            <a:r>
              <a:rPr lang="zh-CN" altLang="en-US" sz="2000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系统 </a:t>
            </a:r>
            <a:r>
              <a:rPr lang="en-US" altLang="zh-CN" sz="2000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+</a:t>
            </a:r>
            <a:r>
              <a:rPr lang="zh-CN" altLang="en-US" sz="2000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 </a:t>
            </a:r>
            <a:r>
              <a:rPr lang="zh-CN" altLang="en-US" sz="2000" b="1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多</a:t>
            </a:r>
            <a:r>
              <a:rPr lang="zh-CN" sz="2000" b="1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维风险评估模型</a:t>
            </a:r>
            <a:r>
              <a:rPr lang="zh-CN" sz="2000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（价格</a:t>
            </a:r>
            <a:r>
              <a:rPr lang="zh-CN" altLang="en-US" sz="2000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异常检测</a:t>
            </a:r>
            <a:r>
              <a:rPr lang="en-US" altLang="zh-CN" sz="2000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/</a:t>
            </a:r>
            <a:r>
              <a:rPr lang="zh-CN" sz="2000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平台</a:t>
            </a:r>
            <a:r>
              <a:rPr lang="zh-CN" altLang="en-US" sz="2000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信誉分析</a:t>
            </a:r>
            <a:r>
              <a:rPr lang="en-US" altLang="zh-CN" sz="2000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/</a:t>
            </a:r>
            <a:r>
              <a:rPr lang="zh-CN" sz="2000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宣传</a:t>
            </a:r>
            <a:r>
              <a:rPr lang="zh-CN" altLang="en-US" sz="2000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内容识别</a:t>
            </a:r>
            <a:r>
              <a:rPr lang="en-US" altLang="zh-CN" sz="2000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/</a:t>
            </a:r>
            <a:r>
              <a:rPr lang="zh-CN" sz="2000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支付安全评估</a:t>
            </a:r>
            <a:r>
              <a:rPr lang="zh-CN" altLang="en-US" sz="2000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等</a:t>
            </a:r>
            <a:r>
              <a:rPr lang="zh-CN" sz="2000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）</a:t>
            </a:r>
            <a:r>
              <a:rPr lang="en-US" altLang="zh-CN" sz="2000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+</a:t>
            </a:r>
            <a:r>
              <a:rPr lang="zh-CN" altLang="en-US" sz="2000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 </a:t>
            </a:r>
            <a:r>
              <a:rPr lang="zh-CN" sz="2000" b="1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实时 RAG 检索增强</a:t>
            </a:r>
            <a:r>
              <a:rPr lang="en-US" altLang="zh-CN" sz="2000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(10000+诈骗知识库)</a:t>
            </a:r>
            <a:r>
              <a:rPr lang="zh-CN" sz="2000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 </a:t>
            </a:r>
            <a:r>
              <a:rPr lang="en-US" altLang="zh-CN" sz="2000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+ </a:t>
            </a:r>
            <a:r>
              <a:rPr lang="en-US" altLang="zh-CN" sz="2000" b="1" kern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特异化查询改写</a:t>
            </a:r>
            <a:r>
              <a:rPr lang="en-US" altLang="zh-CN" sz="2000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 +</a:t>
            </a:r>
            <a:r>
              <a:rPr lang="en-US" altLang="zh-CN" sz="2000" b="1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 </a:t>
            </a:r>
            <a:r>
              <a:rPr lang="en-US" altLang="zh-CN" sz="2000" b="1" kern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智能function_call</a:t>
            </a:r>
            <a:r>
              <a:rPr lang="en-US" altLang="zh-CN" sz="2000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(</a:t>
            </a:r>
            <a:r>
              <a:rPr lang="en-US" altLang="zh-CN" sz="2000" kern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包括智能调用联网搜索</a:t>
            </a:r>
            <a:r>
              <a:rPr lang="en-US" altLang="zh-CN" sz="2000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) +</a:t>
            </a:r>
            <a:r>
              <a:rPr lang="en-US" altLang="zh-CN" sz="2000" b="1" kern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智能化反诈工作流</a:t>
            </a:r>
            <a:r>
              <a:rPr lang="en-US" altLang="zh-CN" sz="2000" b="1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 </a:t>
            </a:r>
            <a:r>
              <a:rPr lang="en-US" altLang="zh-CN" sz="2000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+</a:t>
            </a:r>
            <a:r>
              <a:rPr lang="zh-CN" sz="2000" b="1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量化风险评分</a:t>
            </a:r>
            <a:r>
              <a:rPr lang="zh-CN" sz="2000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（</a:t>
            </a:r>
            <a:r>
              <a:rPr lang="en-US" altLang="zh-CN" sz="2000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0-10</a:t>
            </a:r>
            <a:r>
              <a:rPr lang="zh-CN" sz="2000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星精准评级）</a:t>
            </a:r>
            <a:r>
              <a:rPr lang="en-US" altLang="zh-CN" sz="2000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+</a:t>
            </a:r>
            <a:r>
              <a:rPr lang="zh-CN" sz="2000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 </a:t>
            </a:r>
            <a:r>
              <a:rPr lang="zh-CN" sz="2000" b="1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精美</a:t>
            </a:r>
            <a:r>
              <a:rPr lang="zh-CN" altLang="en-US" sz="2000" b="1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快应用</a:t>
            </a:r>
            <a:r>
              <a:rPr lang="zh-CN" sz="2000" b="1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和webapp</a:t>
            </a:r>
            <a:r>
              <a:rPr lang="zh-CN" sz="2000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。</a:t>
            </a:r>
            <a:endParaRPr lang="zh-CN" sz="2000" kern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华文中宋" panose="02010600040101010101" charset="-122"/>
              <a:ea typeface="华文中宋" panose="02010600040101010101" charset="-122"/>
            </a:endParaRPr>
          </a:p>
        </p:txBody>
      </p:sp>
      <p:cxnSp>
        <p:nvCxnSpPr>
          <p:cNvPr id="11" name="直接连接符 10"/>
          <p:cNvCxnSpPr/>
          <p:nvPr>
            <p:custDataLst>
              <p:tags r:id="rId4"/>
            </p:custDataLst>
          </p:nvPr>
        </p:nvCxnSpPr>
        <p:spPr>
          <a:xfrm>
            <a:off x="1686848" y="4112110"/>
            <a:ext cx="9890879" cy="1166"/>
          </a:xfrm>
          <a:prstGeom prst="line">
            <a:avLst/>
          </a:prstGeom>
          <a:ln>
            <a:solidFill>
              <a:schemeClr val="accent2">
                <a:alpha val="2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" name="矩形 5"/>
          <p:cNvSpPr/>
          <p:nvPr>
            <p:custDataLst>
              <p:tags r:id="rId5"/>
            </p:custDataLst>
          </p:nvPr>
        </p:nvSpPr>
        <p:spPr>
          <a:xfrm>
            <a:off x="2026835" y="4686381"/>
            <a:ext cx="9018102" cy="168491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2000" b="1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核心价值</a:t>
            </a:r>
            <a:r>
              <a:rPr lang="zh-CN" altLang="en-US" sz="2000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：基于 vivo 蓝心 AI 引擎，通过 OpenAI 兼容 API 实现反诈技术</a:t>
            </a:r>
            <a:r>
              <a:rPr lang="zh-CN" altLang="en-US" sz="2000" b="1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普惠化</a:t>
            </a:r>
            <a:r>
              <a:rPr lang="zh-CN" altLang="en-US" sz="2000" kern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，构建【商品识别-平台验证-交易分析-风险预警】全链路安全屏障。为个人用户、企业机构、监管部门提供量化风险数据支撑，形成"技术赋能-用户自护-行业自律-监管协同"的协同治理生态，系统性降低全社会反诈成本。</a:t>
            </a:r>
            <a:endParaRPr lang="zh-CN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8" name="圆角矩形 7"/>
          <p:cNvSpPr/>
          <p:nvPr>
            <p:custDataLst>
              <p:tags r:id="rId6"/>
            </p:custDataLst>
          </p:nvPr>
        </p:nvSpPr>
        <p:spPr>
          <a:xfrm>
            <a:off x="1137734" y="5254822"/>
            <a:ext cx="548036" cy="548036"/>
          </a:xfrm>
          <a:prstGeom prst="roundRect">
            <a:avLst/>
          </a:prstGeom>
          <a:gradFill>
            <a:gsLst>
              <a:gs pos="0">
                <a:schemeClr val="accent2">
                  <a:lumMod val="60000"/>
                  <a:lumOff val="40000"/>
                  <a:alpha val="76000"/>
                </a:schemeClr>
              </a:gs>
              <a:gs pos="100000">
                <a:schemeClr val="accent2">
                  <a:alpha val="100000"/>
                </a:schemeClr>
              </a:gs>
            </a:gsLst>
            <a:lin ang="2700000" scaled="0"/>
          </a:gradFill>
          <a:ln>
            <a:noFill/>
          </a:ln>
          <a:effectLst>
            <a:outerShdw blurRad="177800" dist="38100" dir="2700000" algn="tl" rotWithShape="0">
              <a:schemeClr val="accent2">
                <a:lumMod val="75000"/>
                <a:alpha val="15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  <a:latin typeface="+mn-ea"/>
            </a:endParaRPr>
          </a:p>
        </p:txBody>
      </p:sp>
      <p:pic>
        <p:nvPicPr>
          <p:cNvPr id="13" name="图片 12" descr="343439383331313b343532303031393bd2b5bca8b9dcc0ed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266581" y="2545544"/>
            <a:ext cx="291508" cy="291508"/>
          </a:xfrm>
          <a:prstGeom prst="rect">
            <a:avLst/>
          </a:prstGeom>
        </p:spPr>
      </p:pic>
      <p:pic>
        <p:nvPicPr>
          <p:cNvPr id="24" name="图片 23" descr="343439383331313b343532303032303bb8f6c8cbd0c5cfa2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267747" y="5384835"/>
            <a:ext cx="288011" cy="288011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911225" y="1196340"/>
            <a:ext cx="609600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zh-CN" altLang="en-US" sz="2400">
                <a:solidFill>
                  <a:srgbClr val="415FFF"/>
                </a:solidFill>
                <a:effectLst/>
                <a:latin typeface="vivo Sans" panose="02000500000000000000" pitchFamily="2" charset="-122"/>
                <a:ea typeface="vivo Sans" panose="02000500000000000000" pitchFamily="2" charset="-122"/>
                <a:cs typeface="vivo Sans" panose="02000500000000000000" pitchFamily="2" charset="-122"/>
                <a:sym typeface="+mn-ea"/>
              </a:rPr>
              <a:t>背景与思考：</a:t>
            </a:r>
            <a:endParaRPr lang="zh-CN" altLang="en-US" sz="2400">
              <a:solidFill>
                <a:srgbClr val="415FFF"/>
              </a:solidFill>
              <a:effectLst/>
              <a:latin typeface="vivo Sans" panose="02000500000000000000" pitchFamily="2" charset="-122"/>
              <a:ea typeface="vivo Sans" panose="02000500000000000000" pitchFamily="2" charset="-122"/>
              <a:cs typeface="vivo Sans" panose="02000500000000000000" pitchFamily="2" charset="-122"/>
              <a:sym typeface="+mn-ea"/>
            </a:endParaRPr>
          </a:p>
        </p:txBody>
      </p:sp>
    </p:spTree>
    <p:custDataLst>
      <p:tags r:id="rId13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445698" y="267878"/>
            <a:ext cx="9300603" cy="661670"/>
          </a:xfrm>
        </p:spPr>
        <p:txBody>
          <a:bodyPr/>
          <a:lstStyle/>
          <a:p>
            <a:r>
              <a:rPr lang="zh-CN" altLang="en-US"/>
              <a:t>产品设计思路</a:t>
            </a:r>
            <a:endParaRPr lang="zh-CN" altLang="en-US"/>
          </a:p>
        </p:txBody>
      </p:sp>
      <p:grpSp>
        <p:nvGrpSpPr>
          <p:cNvPr id="4" name="组合 3" descr="7b0a202020202274657874626f78223a20227b5c2269645c223a32303334383534312c5c227469645c223a5c225c227d220a7d0a"/>
          <p:cNvGrpSpPr/>
          <p:nvPr/>
        </p:nvGrpSpPr>
        <p:grpSpPr>
          <a:xfrm>
            <a:off x="1034415" y="1266825"/>
            <a:ext cx="9479280" cy="4484370"/>
            <a:chOff x="3067050" y="2067877"/>
            <a:chExt cx="6057900" cy="2809874"/>
          </a:xfrm>
        </p:grpSpPr>
        <p:grpSp>
          <p:nvGrpSpPr>
            <p:cNvPr id="5" name="组合 4"/>
            <p:cNvGrpSpPr/>
            <p:nvPr/>
          </p:nvGrpSpPr>
          <p:grpSpPr>
            <a:xfrm>
              <a:off x="3067050" y="2067877"/>
              <a:ext cx="6057900" cy="2809874"/>
              <a:chOff x="3067050" y="2067877"/>
              <a:chExt cx="6057900" cy="2809874"/>
            </a:xfrm>
          </p:grpSpPr>
          <p:sp>
            <p:nvSpPr>
              <p:cNvPr id="6" name="任意多边形: 形状 4"/>
              <p:cNvSpPr/>
              <p:nvPr/>
            </p:nvSpPr>
            <p:spPr>
              <a:xfrm>
                <a:off x="4582160" y="2189797"/>
                <a:ext cx="4542790" cy="9525"/>
              </a:xfrm>
              <a:custGeom>
                <a:avLst/>
                <a:gdLst>
                  <a:gd name="connsiteX0" fmla="*/ 0 w 4543424"/>
                  <a:gd name="connsiteY0" fmla="*/ 0 h 9525"/>
                  <a:gd name="connsiteX1" fmla="*/ 4543425 w 4543424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543424" h="9525">
                    <a:moveTo>
                      <a:pt x="0" y="0"/>
                    </a:moveTo>
                    <a:lnTo>
                      <a:pt x="4543425" y="0"/>
                    </a:lnTo>
                  </a:path>
                </a:pathLst>
              </a:custGeom>
              <a:ln w="19050" cap="flat">
                <a:solidFill>
                  <a:srgbClr val="3F8BE8"/>
                </a:solidFill>
                <a:prstDash val="solid"/>
                <a:miter/>
              </a:ln>
            </p:spPr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7" name="任意多边形: 形状 5"/>
              <p:cNvSpPr/>
              <p:nvPr/>
            </p:nvSpPr>
            <p:spPr>
              <a:xfrm>
                <a:off x="3067050" y="4832032"/>
                <a:ext cx="6057900" cy="45719"/>
              </a:xfrm>
              <a:custGeom>
                <a:avLst/>
                <a:gdLst>
                  <a:gd name="connsiteX0" fmla="*/ 0 w 5274309"/>
                  <a:gd name="connsiteY0" fmla="*/ 0 h 8255"/>
                  <a:gd name="connsiteX1" fmla="*/ 5274310 w 5274309"/>
                  <a:gd name="connsiteY1" fmla="*/ 0 h 82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274309" h="8255">
                    <a:moveTo>
                      <a:pt x="0" y="0"/>
                    </a:moveTo>
                    <a:lnTo>
                      <a:pt x="5274310" y="0"/>
                    </a:lnTo>
                  </a:path>
                </a:pathLst>
              </a:custGeom>
              <a:ln w="16564" cap="flat">
                <a:solidFill>
                  <a:srgbClr val="3F8BE8"/>
                </a:solidFill>
                <a:prstDash val="solid"/>
                <a:miter/>
              </a:ln>
            </p:spPr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8" name="任意多边形: 形状 6"/>
              <p:cNvSpPr/>
              <p:nvPr/>
            </p:nvSpPr>
            <p:spPr>
              <a:xfrm>
                <a:off x="3067050" y="2067877"/>
                <a:ext cx="1275080" cy="253365"/>
              </a:xfrm>
              <a:custGeom>
                <a:avLst/>
                <a:gdLst>
                  <a:gd name="connsiteX0" fmla="*/ 53340 w 1275587"/>
                  <a:gd name="connsiteY0" fmla="*/ 249631 h 253898"/>
                  <a:gd name="connsiteX1" fmla="*/ 0 w 1275587"/>
                  <a:gd name="connsiteY1" fmla="*/ 249631 h 253898"/>
                  <a:gd name="connsiteX2" fmla="*/ 0 w 1275587"/>
                  <a:gd name="connsiteY2" fmla="*/ 4267 h 253898"/>
                  <a:gd name="connsiteX3" fmla="*/ 49073 w 1275587"/>
                  <a:gd name="connsiteY3" fmla="*/ 4267 h 253898"/>
                  <a:gd name="connsiteX4" fmla="*/ 144475 w 1275587"/>
                  <a:gd name="connsiteY4" fmla="*/ 149047 h 253898"/>
                  <a:gd name="connsiteX5" fmla="*/ 146304 w 1275587"/>
                  <a:gd name="connsiteY5" fmla="*/ 149047 h 253898"/>
                  <a:gd name="connsiteX6" fmla="*/ 146304 w 1275587"/>
                  <a:gd name="connsiteY6" fmla="*/ 4267 h 253898"/>
                  <a:gd name="connsiteX7" fmla="*/ 199644 w 1275587"/>
                  <a:gd name="connsiteY7" fmla="*/ 4267 h 253898"/>
                  <a:gd name="connsiteX8" fmla="*/ 199644 w 1275587"/>
                  <a:gd name="connsiteY8" fmla="*/ 249631 h 253898"/>
                  <a:gd name="connsiteX9" fmla="*/ 153314 w 1275587"/>
                  <a:gd name="connsiteY9" fmla="*/ 249631 h 253898"/>
                  <a:gd name="connsiteX10" fmla="*/ 55169 w 1275587"/>
                  <a:gd name="connsiteY10" fmla="*/ 104851 h 253898"/>
                  <a:gd name="connsiteX11" fmla="*/ 53340 w 1275587"/>
                  <a:gd name="connsiteY11" fmla="*/ 104851 h 253898"/>
                  <a:gd name="connsiteX12" fmla="*/ 53340 w 1275587"/>
                  <a:gd name="connsiteY12" fmla="*/ 249631 h 253898"/>
                  <a:gd name="connsiteX13" fmla="*/ 397764 w 1275587"/>
                  <a:gd name="connsiteY13" fmla="*/ 253898 h 253898"/>
                  <a:gd name="connsiteX14" fmla="*/ 337871 w 1275587"/>
                  <a:gd name="connsiteY14" fmla="*/ 238354 h 253898"/>
                  <a:gd name="connsiteX15" fmla="*/ 298704 w 1275587"/>
                  <a:gd name="connsiteY15" fmla="*/ 194310 h 253898"/>
                  <a:gd name="connsiteX16" fmla="*/ 284988 w 1275587"/>
                  <a:gd name="connsiteY16" fmla="*/ 127102 h 253898"/>
                  <a:gd name="connsiteX17" fmla="*/ 298704 w 1275587"/>
                  <a:gd name="connsiteY17" fmla="*/ 59741 h 253898"/>
                  <a:gd name="connsiteX18" fmla="*/ 337871 w 1275587"/>
                  <a:gd name="connsiteY18" fmla="*/ 15545 h 253898"/>
                  <a:gd name="connsiteX19" fmla="*/ 397764 w 1275587"/>
                  <a:gd name="connsiteY19" fmla="*/ 0 h 253898"/>
                  <a:gd name="connsiteX20" fmla="*/ 457505 w 1275587"/>
                  <a:gd name="connsiteY20" fmla="*/ 15545 h 253898"/>
                  <a:gd name="connsiteX21" fmla="*/ 496519 w 1275587"/>
                  <a:gd name="connsiteY21" fmla="*/ 59741 h 253898"/>
                  <a:gd name="connsiteX22" fmla="*/ 510235 w 1275587"/>
                  <a:gd name="connsiteY22" fmla="*/ 127102 h 253898"/>
                  <a:gd name="connsiteX23" fmla="*/ 496519 w 1275587"/>
                  <a:gd name="connsiteY23" fmla="*/ 194310 h 253898"/>
                  <a:gd name="connsiteX24" fmla="*/ 457505 w 1275587"/>
                  <a:gd name="connsiteY24" fmla="*/ 238354 h 253898"/>
                  <a:gd name="connsiteX25" fmla="*/ 397764 w 1275587"/>
                  <a:gd name="connsiteY25" fmla="*/ 253898 h 253898"/>
                  <a:gd name="connsiteX26" fmla="*/ 397764 w 1275587"/>
                  <a:gd name="connsiteY26" fmla="*/ 203911 h 253898"/>
                  <a:gd name="connsiteX27" fmla="*/ 440131 w 1275587"/>
                  <a:gd name="connsiteY27" fmla="*/ 183185 h 253898"/>
                  <a:gd name="connsiteX28" fmla="*/ 455676 w 1275587"/>
                  <a:gd name="connsiteY28" fmla="*/ 127102 h 253898"/>
                  <a:gd name="connsiteX29" fmla="*/ 440131 w 1275587"/>
                  <a:gd name="connsiteY29" fmla="*/ 70866 h 253898"/>
                  <a:gd name="connsiteX30" fmla="*/ 397764 w 1275587"/>
                  <a:gd name="connsiteY30" fmla="*/ 49987 h 253898"/>
                  <a:gd name="connsiteX31" fmla="*/ 355244 w 1275587"/>
                  <a:gd name="connsiteY31" fmla="*/ 70866 h 253898"/>
                  <a:gd name="connsiteX32" fmla="*/ 339547 w 1275587"/>
                  <a:gd name="connsiteY32" fmla="*/ 127102 h 253898"/>
                  <a:gd name="connsiteX33" fmla="*/ 355244 w 1275587"/>
                  <a:gd name="connsiteY33" fmla="*/ 183185 h 253898"/>
                  <a:gd name="connsiteX34" fmla="*/ 397764 w 1275587"/>
                  <a:gd name="connsiteY34" fmla="*/ 203911 h 253898"/>
                  <a:gd name="connsiteX35" fmla="*/ 704088 w 1275587"/>
                  <a:gd name="connsiteY35" fmla="*/ 249631 h 253898"/>
                  <a:gd name="connsiteX36" fmla="*/ 650748 w 1275587"/>
                  <a:gd name="connsiteY36" fmla="*/ 249631 h 253898"/>
                  <a:gd name="connsiteX37" fmla="*/ 650748 w 1275587"/>
                  <a:gd name="connsiteY37" fmla="*/ 54254 h 253898"/>
                  <a:gd name="connsiteX38" fmla="*/ 583692 w 1275587"/>
                  <a:gd name="connsiteY38" fmla="*/ 54254 h 253898"/>
                  <a:gd name="connsiteX39" fmla="*/ 583692 w 1275587"/>
                  <a:gd name="connsiteY39" fmla="*/ 4267 h 253898"/>
                  <a:gd name="connsiteX40" fmla="*/ 770839 w 1275587"/>
                  <a:gd name="connsiteY40" fmla="*/ 4267 h 253898"/>
                  <a:gd name="connsiteX41" fmla="*/ 770839 w 1275587"/>
                  <a:gd name="connsiteY41" fmla="*/ 54254 h 253898"/>
                  <a:gd name="connsiteX42" fmla="*/ 704088 w 1275587"/>
                  <a:gd name="connsiteY42" fmla="*/ 54254 h 253898"/>
                  <a:gd name="connsiteX43" fmla="*/ 704088 w 1275587"/>
                  <a:gd name="connsiteY43" fmla="*/ 249631 h 253898"/>
                  <a:gd name="connsiteX44" fmla="*/ 904342 w 1275587"/>
                  <a:gd name="connsiteY44" fmla="*/ 149352 h 253898"/>
                  <a:gd name="connsiteX45" fmla="*/ 904342 w 1275587"/>
                  <a:gd name="connsiteY45" fmla="*/ 201168 h 253898"/>
                  <a:gd name="connsiteX46" fmla="*/ 1015594 w 1275587"/>
                  <a:gd name="connsiteY46" fmla="*/ 201168 h 253898"/>
                  <a:gd name="connsiteX47" fmla="*/ 1015594 w 1275587"/>
                  <a:gd name="connsiteY47" fmla="*/ 249631 h 253898"/>
                  <a:gd name="connsiteX48" fmla="*/ 851002 w 1275587"/>
                  <a:gd name="connsiteY48" fmla="*/ 249631 h 253898"/>
                  <a:gd name="connsiteX49" fmla="*/ 851002 w 1275587"/>
                  <a:gd name="connsiteY49" fmla="*/ 4267 h 253898"/>
                  <a:gd name="connsiteX50" fmla="*/ 1011936 w 1275587"/>
                  <a:gd name="connsiteY50" fmla="*/ 4267 h 253898"/>
                  <a:gd name="connsiteX51" fmla="*/ 1011936 w 1275587"/>
                  <a:gd name="connsiteY51" fmla="*/ 52730 h 253898"/>
                  <a:gd name="connsiteX52" fmla="*/ 904342 w 1275587"/>
                  <a:gd name="connsiteY52" fmla="*/ 52730 h 253898"/>
                  <a:gd name="connsiteX53" fmla="*/ 904342 w 1275587"/>
                  <a:gd name="connsiteY53" fmla="*/ 100889 h 253898"/>
                  <a:gd name="connsiteX54" fmla="*/ 1006145 w 1275587"/>
                  <a:gd name="connsiteY54" fmla="*/ 100889 h 253898"/>
                  <a:gd name="connsiteX55" fmla="*/ 1006145 w 1275587"/>
                  <a:gd name="connsiteY55" fmla="*/ 149352 h 253898"/>
                  <a:gd name="connsiteX56" fmla="*/ 904342 w 1275587"/>
                  <a:gd name="connsiteY56" fmla="*/ 149352 h 253898"/>
                  <a:gd name="connsiteX57" fmla="*/ 1180490 w 1275587"/>
                  <a:gd name="connsiteY57" fmla="*/ 253898 h 253898"/>
                  <a:gd name="connsiteX58" fmla="*/ 1121969 w 1275587"/>
                  <a:gd name="connsiteY58" fmla="*/ 237287 h 253898"/>
                  <a:gd name="connsiteX59" fmla="*/ 1084478 w 1275587"/>
                  <a:gd name="connsiteY59" fmla="*/ 193243 h 253898"/>
                  <a:gd name="connsiteX60" fmla="*/ 1130808 w 1275587"/>
                  <a:gd name="connsiteY60" fmla="*/ 171602 h 253898"/>
                  <a:gd name="connsiteX61" fmla="*/ 1150315 w 1275587"/>
                  <a:gd name="connsiteY61" fmla="*/ 196596 h 253898"/>
                  <a:gd name="connsiteX62" fmla="*/ 1180795 w 1275587"/>
                  <a:gd name="connsiteY62" fmla="*/ 205130 h 253898"/>
                  <a:gd name="connsiteX63" fmla="*/ 1209446 w 1275587"/>
                  <a:gd name="connsiteY63" fmla="*/ 198425 h 253898"/>
                  <a:gd name="connsiteX64" fmla="*/ 1220114 w 1275587"/>
                  <a:gd name="connsiteY64" fmla="*/ 181051 h 253898"/>
                  <a:gd name="connsiteX65" fmla="*/ 1216152 w 1275587"/>
                  <a:gd name="connsiteY65" fmla="*/ 168402 h 253898"/>
                  <a:gd name="connsiteX66" fmla="*/ 1202436 w 1275587"/>
                  <a:gd name="connsiteY66" fmla="*/ 159106 h 253898"/>
                  <a:gd name="connsiteX67" fmla="*/ 1174090 w 1275587"/>
                  <a:gd name="connsiteY67" fmla="*/ 149657 h 253898"/>
                  <a:gd name="connsiteX68" fmla="*/ 1133551 w 1275587"/>
                  <a:gd name="connsiteY68" fmla="*/ 135636 h 253898"/>
                  <a:gd name="connsiteX69" fmla="*/ 1105052 w 1275587"/>
                  <a:gd name="connsiteY69" fmla="*/ 113843 h 253898"/>
                  <a:gd name="connsiteX70" fmla="*/ 1092708 w 1275587"/>
                  <a:gd name="connsiteY70" fmla="*/ 74676 h 253898"/>
                  <a:gd name="connsiteX71" fmla="*/ 1104748 w 1275587"/>
                  <a:gd name="connsiteY71" fmla="*/ 36271 h 253898"/>
                  <a:gd name="connsiteX72" fmla="*/ 1137666 w 1275587"/>
                  <a:gd name="connsiteY72" fmla="*/ 9601 h 253898"/>
                  <a:gd name="connsiteX73" fmla="*/ 1183843 w 1275587"/>
                  <a:gd name="connsiteY73" fmla="*/ 0 h 253898"/>
                  <a:gd name="connsiteX74" fmla="*/ 1275588 w 1275587"/>
                  <a:gd name="connsiteY74" fmla="*/ 57912 h 253898"/>
                  <a:gd name="connsiteX75" fmla="*/ 1229868 w 1275587"/>
                  <a:gd name="connsiteY75" fmla="*/ 80162 h 253898"/>
                  <a:gd name="connsiteX76" fmla="*/ 1210513 w 1275587"/>
                  <a:gd name="connsiteY76" fmla="*/ 56236 h 253898"/>
                  <a:gd name="connsiteX77" fmla="*/ 1183234 w 1275587"/>
                  <a:gd name="connsiteY77" fmla="*/ 48768 h 253898"/>
                  <a:gd name="connsiteX78" fmla="*/ 1157630 w 1275587"/>
                  <a:gd name="connsiteY78" fmla="*/ 55474 h 253898"/>
                  <a:gd name="connsiteX79" fmla="*/ 1147267 w 1275587"/>
                  <a:gd name="connsiteY79" fmla="*/ 71933 h 253898"/>
                  <a:gd name="connsiteX80" fmla="*/ 1151534 w 1275587"/>
                  <a:gd name="connsiteY80" fmla="*/ 85192 h 253898"/>
                  <a:gd name="connsiteX81" fmla="*/ 1165403 w 1275587"/>
                  <a:gd name="connsiteY81" fmla="*/ 94336 h 253898"/>
                  <a:gd name="connsiteX82" fmla="*/ 1193902 w 1275587"/>
                  <a:gd name="connsiteY82" fmla="*/ 103632 h 253898"/>
                  <a:gd name="connsiteX83" fmla="*/ 1234135 w 1275587"/>
                  <a:gd name="connsiteY83" fmla="*/ 117196 h 253898"/>
                  <a:gd name="connsiteX84" fmla="*/ 1262482 w 1275587"/>
                  <a:gd name="connsiteY84" fmla="*/ 138836 h 253898"/>
                  <a:gd name="connsiteX85" fmla="*/ 1274674 w 1275587"/>
                  <a:gd name="connsiteY85" fmla="*/ 178003 h 253898"/>
                  <a:gd name="connsiteX86" fmla="*/ 1262634 w 1275587"/>
                  <a:gd name="connsiteY86" fmla="*/ 218084 h 253898"/>
                  <a:gd name="connsiteX87" fmla="*/ 1229258 w 1275587"/>
                  <a:gd name="connsiteY87" fmla="*/ 244602 h 253898"/>
                  <a:gd name="connsiteX88" fmla="*/ 1180490 w 1275587"/>
                  <a:gd name="connsiteY88" fmla="*/ 253898 h 2538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</a:cxnLst>
                <a:rect l="l" t="t" r="r" b="b"/>
                <a:pathLst>
                  <a:path w="1275587" h="253898">
                    <a:moveTo>
                      <a:pt x="53340" y="249631"/>
                    </a:moveTo>
                    <a:lnTo>
                      <a:pt x="0" y="249631"/>
                    </a:lnTo>
                    <a:lnTo>
                      <a:pt x="0" y="4267"/>
                    </a:lnTo>
                    <a:lnTo>
                      <a:pt x="49073" y="4267"/>
                    </a:lnTo>
                    <a:lnTo>
                      <a:pt x="144475" y="149047"/>
                    </a:lnTo>
                    <a:lnTo>
                      <a:pt x="146304" y="149047"/>
                    </a:lnTo>
                    <a:lnTo>
                      <a:pt x="146304" y="4267"/>
                    </a:lnTo>
                    <a:lnTo>
                      <a:pt x="199644" y="4267"/>
                    </a:lnTo>
                    <a:lnTo>
                      <a:pt x="199644" y="249631"/>
                    </a:lnTo>
                    <a:lnTo>
                      <a:pt x="153314" y="249631"/>
                    </a:lnTo>
                    <a:lnTo>
                      <a:pt x="55169" y="104851"/>
                    </a:lnTo>
                    <a:lnTo>
                      <a:pt x="53340" y="104851"/>
                    </a:lnTo>
                    <a:lnTo>
                      <a:pt x="53340" y="249631"/>
                    </a:lnTo>
                    <a:close/>
                    <a:moveTo>
                      <a:pt x="397764" y="253898"/>
                    </a:moveTo>
                    <a:cubicBezTo>
                      <a:pt x="374802" y="253898"/>
                      <a:pt x="354838" y="248717"/>
                      <a:pt x="337871" y="238354"/>
                    </a:cubicBezTo>
                    <a:cubicBezTo>
                      <a:pt x="320904" y="227990"/>
                      <a:pt x="307848" y="213309"/>
                      <a:pt x="298704" y="194310"/>
                    </a:cubicBezTo>
                    <a:cubicBezTo>
                      <a:pt x="289560" y="175311"/>
                      <a:pt x="284988" y="152908"/>
                      <a:pt x="284988" y="127102"/>
                    </a:cubicBezTo>
                    <a:cubicBezTo>
                      <a:pt x="284988" y="101295"/>
                      <a:pt x="289560" y="78842"/>
                      <a:pt x="298704" y="59741"/>
                    </a:cubicBezTo>
                    <a:cubicBezTo>
                      <a:pt x="307848" y="40640"/>
                      <a:pt x="320904" y="25908"/>
                      <a:pt x="337871" y="15545"/>
                    </a:cubicBezTo>
                    <a:cubicBezTo>
                      <a:pt x="354838" y="5182"/>
                      <a:pt x="374802" y="0"/>
                      <a:pt x="397764" y="0"/>
                    </a:cubicBezTo>
                    <a:cubicBezTo>
                      <a:pt x="420726" y="0"/>
                      <a:pt x="440639" y="5182"/>
                      <a:pt x="457505" y="15545"/>
                    </a:cubicBezTo>
                    <a:cubicBezTo>
                      <a:pt x="474370" y="25908"/>
                      <a:pt x="487375" y="40640"/>
                      <a:pt x="496519" y="59741"/>
                    </a:cubicBezTo>
                    <a:cubicBezTo>
                      <a:pt x="505663" y="78842"/>
                      <a:pt x="510235" y="101295"/>
                      <a:pt x="510235" y="127102"/>
                    </a:cubicBezTo>
                    <a:cubicBezTo>
                      <a:pt x="510235" y="152908"/>
                      <a:pt x="505663" y="175311"/>
                      <a:pt x="496519" y="194310"/>
                    </a:cubicBezTo>
                    <a:cubicBezTo>
                      <a:pt x="487375" y="213309"/>
                      <a:pt x="474370" y="227990"/>
                      <a:pt x="457505" y="238354"/>
                    </a:cubicBezTo>
                    <a:cubicBezTo>
                      <a:pt x="440639" y="248717"/>
                      <a:pt x="420726" y="253898"/>
                      <a:pt x="397764" y="253898"/>
                    </a:cubicBezTo>
                    <a:close/>
                    <a:moveTo>
                      <a:pt x="397764" y="203911"/>
                    </a:moveTo>
                    <a:cubicBezTo>
                      <a:pt x="415646" y="203911"/>
                      <a:pt x="429768" y="197002"/>
                      <a:pt x="440131" y="183185"/>
                    </a:cubicBezTo>
                    <a:cubicBezTo>
                      <a:pt x="450494" y="169367"/>
                      <a:pt x="455676" y="150673"/>
                      <a:pt x="455676" y="127102"/>
                    </a:cubicBezTo>
                    <a:cubicBezTo>
                      <a:pt x="455676" y="103530"/>
                      <a:pt x="450494" y="84785"/>
                      <a:pt x="440131" y="70866"/>
                    </a:cubicBezTo>
                    <a:cubicBezTo>
                      <a:pt x="429768" y="56947"/>
                      <a:pt x="415646" y="49987"/>
                      <a:pt x="397764" y="49987"/>
                    </a:cubicBezTo>
                    <a:cubicBezTo>
                      <a:pt x="379882" y="49987"/>
                      <a:pt x="365709" y="56947"/>
                      <a:pt x="355244" y="70866"/>
                    </a:cubicBezTo>
                    <a:cubicBezTo>
                      <a:pt x="344780" y="84785"/>
                      <a:pt x="339547" y="103530"/>
                      <a:pt x="339547" y="127102"/>
                    </a:cubicBezTo>
                    <a:cubicBezTo>
                      <a:pt x="339547" y="150673"/>
                      <a:pt x="344780" y="169367"/>
                      <a:pt x="355244" y="183185"/>
                    </a:cubicBezTo>
                    <a:cubicBezTo>
                      <a:pt x="365709" y="197002"/>
                      <a:pt x="379882" y="203911"/>
                      <a:pt x="397764" y="203911"/>
                    </a:cubicBezTo>
                    <a:close/>
                    <a:moveTo>
                      <a:pt x="704088" y="249631"/>
                    </a:moveTo>
                    <a:lnTo>
                      <a:pt x="650748" y="249631"/>
                    </a:lnTo>
                    <a:lnTo>
                      <a:pt x="650748" y="54254"/>
                    </a:lnTo>
                    <a:lnTo>
                      <a:pt x="583692" y="54254"/>
                    </a:lnTo>
                    <a:lnTo>
                      <a:pt x="583692" y="4267"/>
                    </a:lnTo>
                    <a:lnTo>
                      <a:pt x="770839" y="4267"/>
                    </a:lnTo>
                    <a:lnTo>
                      <a:pt x="770839" y="54254"/>
                    </a:lnTo>
                    <a:lnTo>
                      <a:pt x="704088" y="54254"/>
                    </a:lnTo>
                    <a:lnTo>
                      <a:pt x="704088" y="249631"/>
                    </a:lnTo>
                    <a:close/>
                    <a:moveTo>
                      <a:pt x="904342" y="149352"/>
                    </a:moveTo>
                    <a:lnTo>
                      <a:pt x="904342" y="201168"/>
                    </a:lnTo>
                    <a:lnTo>
                      <a:pt x="1015594" y="201168"/>
                    </a:lnTo>
                    <a:lnTo>
                      <a:pt x="1015594" y="249631"/>
                    </a:lnTo>
                    <a:lnTo>
                      <a:pt x="851002" y="249631"/>
                    </a:lnTo>
                    <a:lnTo>
                      <a:pt x="851002" y="4267"/>
                    </a:lnTo>
                    <a:lnTo>
                      <a:pt x="1011936" y="4267"/>
                    </a:lnTo>
                    <a:lnTo>
                      <a:pt x="1011936" y="52730"/>
                    </a:lnTo>
                    <a:lnTo>
                      <a:pt x="904342" y="52730"/>
                    </a:lnTo>
                    <a:lnTo>
                      <a:pt x="904342" y="100889"/>
                    </a:lnTo>
                    <a:lnTo>
                      <a:pt x="1006145" y="100889"/>
                    </a:lnTo>
                    <a:lnTo>
                      <a:pt x="1006145" y="149352"/>
                    </a:lnTo>
                    <a:lnTo>
                      <a:pt x="904342" y="149352"/>
                    </a:lnTo>
                    <a:close/>
                    <a:moveTo>
                      <a:pt x="1180490" y="253898"/>
                    </a:moveTo>
                    <a:cubicBezTo>
                      <a:pt x="1158138" y="253898"/>
                      <a:pt x="1138631" y="248361"/>
                      <a:pt x="1121969" y="237287"/>
                    </a:cubicBezTo>
                    <a:cubicBezTo>
                      <a:pt x="1105306" y="226212"/>
                      <a:pt x="1092810" y="211531"/>
                      <a:pt x="1084478" y="193243"/>
                    </a:cubicBezTo>
                    <a:lnTo>
                      <a:pt x="1130808" y="171602"/>
                    </a:lnTo>
                    <a:cubicBezTo>
                      <a:pt x="1135075" y="182575"/>
                      <a:pt x="1141578" y="190906"/>
                      <a:pt x="1150315" y="196596"/>
                    </a:cubicBezTo>
                    <a:cubicBezTo>
                      <a:pt x="1159053" y="202286"/>
                      <a:pt x="1169213" y="205130"/>
                      <a:pt x="1180795" y="205130"/>
                    </a:cubicBezTo>
                    <a:cubicBezTo>
                      <a:pt x="1192784" y="205130"/>
                      <a:pt x="1202335" y="202895"/>
                      <a:pt x="1209446" y="198425"/>
                    </a:cubicBezTo>
                    <a:cubicBezTo>
                      <a:pt x="1216559" y="193954"/>
                      <a:pt x="1220114" y="188163"/>
                      <a:pt x="1220114" y="181051"/>
                    </a:cubicBezTo>
                    <a:cubicBezTo>
                      <a:pt x="1220114" y="175971"/>
                      <a:pt x="1218794" y="171755"/>
                      <a:pt x="1216152" y="168402"/>
                    </a:cubicBezTo>
                    <a:cubicBezTo>
                      <a:pt x="1213510" y="165049"/>
                      <a:pt x="1208938" y="161950"/>
                      <a:pt x="1202436" y="159106"/>
                    </a:cubicBezTo>
                    <a:cubicBezTo>
                      <a:pt x="1195934" y="156261"/>
                      <a:pt x="1186485" y="153111"/>
                      <a:pt x="1174090" y="149657"/>
                    </a:cubicBezTo>
                    <a:cubicBezTo>
                      <a:pt x="1157834" y="144983"/>
                      <a:pt x="1144321" y="140310"/>
                      <a:pt x="1133551" y="135636"/>
                    </a:cubicBezTo>
                    <a:cubicBezTo>
                      <a:pt x="1122782" y="130962"/>
                      <a:pt x="1113282" y="123698"/>
                      <a:pt x="1105052" y="113843"/>
                    </a:cubicBezTo>
                    <a:cubicBezTo>
                      <a:pt x="1096823" y="103988"/>
                      <a:pt x="1092708" y="90932"/>
                      <a:pt x="1092708" y="74676"/>
                    </a:cubicBezTo>
                    <a:cubicBezTo>
                      <a:pt x="1092708" y="60452"/>
                      <a:pt x="1096721" y="47650"/>
                      <a:pt x="1104748" y="36271"/>
                    </a:cubicBezTo>
                    <a:cubicBezTo>
                      <a:pt x="1112774" y="24892"/>
                      <a:pt x="1123747" y="16002"/>
                      <a:pt x="1137666" y="9601"/>
                    </a:cubicBezTo>
                    <a:cubicBezTo>
                      <a:pt x="1151585" y="3200"/>
                      <a:pt x="1166978" y="0"/>
                      <a:pt x="1183843" y="0"/>
                    </a:cubicBezTo>
                    <a:cubicBezTo>
                      <a:pt x="1226312" y="0"/>
                      <a:pt x="1256894" y="19304"/>
                      <a:pt x="1275588" y="57912"/>
                    </a:cubicBezTo>
                    <a:lnTo>
                      <a:pt x="1229868" y="80162"/>
                    </a:lnTo>
                    <a:cubicBezTo>
                      <a:pt x="1224585" y="69190"/>
                      <a:pt x="1218133" y="61214"/>
                      <a:pt x="1210513" y="56236"/>
                    </a:cubicBezTo>
                    <a:cubicBezTo>
                      <a:pt x="1202893" y="51257"/>
                      <a:pt x="1193800" y="48768"/>
                      <a:pt x="1183234" y="48768"/>
                    </a:cubicBezTo>
                    <a:cubicBezTo>
                      <a:pt x="1173074" y="48768"/>
                      <a:pt x="1164539" y="51003"/>
                      <a:pt x="1157630" y="55474"/>
                    </a:cubicBezTo>
                    <a:cubicBezTo>
                      <a:pt x="1150722" y="59944"/>
                      <a:pt x="1147267" y="65430"/>
                      <a:pt x="1147267" y="71933"/>
                    </a:cubicBezTo>
                    <a:cubicBezTo>
                      <a:pt x="1147267" y="77419"/>
                      <a:pt x="1148690" y="81839"/>
                      <a:pt x="1151534" y="85192"/>
                    </a:cubicBezTo>
                    <a:cubicBezTo>
                      <a:pt x="1154379" y="88544"/>
                      <a:pt x="1159002" y="91592"/>
                      <a:pt x="1165403" y="94336"/>
                    </a:cubicBezTo>
                    <a:cubicBezTo>
                      <a:pt x="1171804" y="97079"/>
                      <a:pt x="1181303" y="100178"/>
                      <a:pt x="1193902" y="103632"/>
                    </a:cubicBezTo>
                    <a:cubicBezTo>
                      <a:pt x="1209954" y="108102"/>
                      <a:pt x="1223366" y="112624"/>
                      <a:pt x="1234135" y="117196"/>
                    </a:cubicBezTo>
                    <a:cubicBezTo>
                      <a:pt x="1244905" y="121768"/>
                      <a:pt x="1254354" y="128981"/>
                      <a:pt x="1262482" y="138836"/>
                    </a:cubicBezTo>
                    <a:cubicBezTo>
                      <a:pt x="1270610" y="148692"/>
                      <a:pt x="1274674" y="161747"/>
                      <a:pt x="1274674" y="178003"/>
                    </a:cubicBezTo>
                    <a:cubicBezTo>
                      <a:pt x="1274674" y="193243"/>
                      <a:pt x="1270660" y="206604"/>
                      <a:pt x="1262634" y="218084"/>
                    </a:cubicBezTo>
                    <a:cubicBezTo>
                      <a:pt x="1254608" y="229565"/>
                      <a:pt x="1243482" y="238404"/>
                      <a:pt x="1229258" y="244602"/>
                    </a:cubicBezTo>
                    <a:cubicBezTo>
                      <a:pt x="1215034" y="250800"/>
                      <a:pt x="1198778" y="253898"/>
                      <a:pt x="1180490" y="253898"/>
                    </a:cubicBezTo>
                    <a:close/>
                  </a:path>
                </a:pathLst>
              </a:custGeom>
              <a:solidFill>
                <a:srgbClr val="3F8BE8"/>
              </a:solidFill>
              <a:ln w="9525" cap="flat">
                <a:noFill/>
                <a:prstDash val="solid"/>
                <a:miter/>
              </a:ln>
            </p:spPr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endParaRPr lang="zh-CN" altLang="en-US"/>
              </a:p>
            </p:txBody>
          </p:sp>
        </p:grpSp>
        <p:sp>
          <p:nvSpPr>
            <p:cNvPr id="9" name="文本框 8"/>
            <p:cNvSpPr txBox="1"/>
            <p:nvPr/>
          </p:nvSpPr>
          <p:spPr>
            <a:xfrm>
              <a:off x="3485999" y="2649214"/>
              <a:ext cx="5220000" cy="2006947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/>
            <a:lstStyle/>
            <a:p>
              <a:pPr algn="just">
                <a:lnSpc>
                  <a:spcPct val="170000"/>
                </a:lnSpc>
              </a:pPr>
              <a:r>
                <a:rPr lang="zh-CN" altLang="en-US" sz="20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产品解决方案概述</a:t>
              </a:r>
              <a:endParaRPr lang="zh-CN" altLang="en-US" sz="20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just">
                <a:lnSpc>
                  <a:spcPct val="170000"/>
                </a:lnSpc>
              </a:pPr>
              <a:r>
                <a:rPr lang="zh-CN" sz="2000">
                  <a:latin typeface="微软雅黑" panose="020B0503020204020204" pitchFamily="34" charset="-122"/>
                  <a:ea typeface="微软雅黑" panose="020B0503020204020204" pitchFamily="34" charset="-122"/>
                </a:rPr>
                <a:t>Bluelm-</a:t>
              </a:r>
              <a:r>
                <a:rPr lang="zh-CN" sz="2000">
                  <a:effectLst/>
                  <a:latin typeface="微软雅黑" panose="020B0503020204020204" pitchFamily="34" charset="-122"/>
                  <a:ea typeface="微软雅黑" panose="020B0503020204020204" pitchFamily="34" charset="-122"/>
                </a:rPr>
                <a:t>ShopGuard</a:t>
              </a:r>
              <a:r>
                <a:rPr lang="zh-CN" altLang="en-US" sz="2000">
                  <a:latin typeface="微软雅黑" panose="020B0503020204020204" pitchFamily="34" charset="-122"/>
                  <a:ea typeface="微软雅黑" panose="020B0503020204020204" pitchFamily="34" charset="-122"/>
                </a:rPr>
                <a:t> </a:t>
              </a:r>
              <a:r>
                <a:rPr lang="zh-CN" altLang="en-US" sz="2000">
                  <a:effectLst/>
                  <a:latin typeface="微软雅黑" panose="020B0503020204020204" pitchFamily="34" charset="-122"/>
                  <a:ea typeface="微软雅黑" panose="020B0503020204020204" pitchFamily="34" charset="-122"/>
                </a:rPr>
                <a:t>是一款基于</a:t>
              </a:r>
              <a:r>
                <a:rPr lang="zh-CN" altLang="en-US" sz="2000">
                  <a:latin typeface="微软雅黑" panose="020B0503020204020204" pitchFamily="34" charset="-122"/>
                  <a:ea typeface="微软雅黑" panose="020B0503020204020204" pitchFamily="34" charset="-122"/>
                </a:rPr>
                <a:t>vivo蓝心大模型以及其矩阵api</a:t>
              </a:r>
              <a:r>
                <a:rPr lang="zh-CN" altLang="en-US" sz="2000">
                  <a:effectLst/>
                  <a:latin typeface="微软雅黑" panose="020B0503020204020204" pitchFamily="34" charset="-122"/>
                  <a:ea typeface="微软雅黑" panose="020B0503020204020204" pitchFamily="34" charset="-122"/>
                </a:rPr>
                <a:t>的智能购物防诈骗助手，专注于通过分析商品信息、聊天记录等内容，识别购物场景中的诈骗风险，提供风险评估与专业建议，覆盖电商平台、社交购物、二手交易等场景，保护用户财产安全。</a:t>
              </a:r>
              <a:endParaRPr lang="zh-CN" altLang="en-US" sz="2000">
                <a:effectLst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just">
                <a:lnSpc>
                  <a:spcPct val="170000"/>
                </a:lnSpc>
              </a:pPr>
              <a:r>
                <a:rPr lang="zh-CN" altLang="en-US" sz="2000">
                  <a:latin typeface="微软雅黑" panose="020B0503020204020204" pitchFamily="34" charset="-122"/>
                  <a:ea typeface="微软雅黑" panose="020B0503020204020204" pitchFamily="34" charset="-122"/>
                </a:rPr>
                <a:t>本助手可在</a:t>
              </a:r>
              <a:r>
                <a:rPr lang="zh-CN" altLang="en-US" sz="20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多端使用</a:t>
              </a:r>
              <a:r>
                <a:rPr lang="zh-CN" altLang="en-US" sz="2000">
                  <a:latin typeface="微软雅黑" panose="020B0503020204020204" pitchFamily="34" charset="-122"/>
                  <a:ea typeface="微软雅黑" panose="020B0503020204020204" pitchFamily="34" charset="-122"/>
                </a:rPr>
                <a:t>，包括快应用、Webapp、本地部署，通过后端反诈智能体和优美的前端展示，给您最便捷的购物反诈体验</a:t>
              </a:r>
              <a:r>
                <a:rPr lang="zh-CN" sz="2000">
                  <a:latin typeface="微软雅黑" panose="020B0503020204020204" pitchFamily="34" charset="-122"/>
                  <a:ea typeface="微软雅黑" panose="020B0503020204020204" pitchFamily="34" charset="-122"/>
                </a:rPr>
                <a:t>。</a:t>
              </a:r>
              <a:endParaRPr lang="zh-CN" sz="200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just">
                <a:lnSpc>
                  <a:spcPct val="170000"/>
                </a:lnSpc>
              </a:pPr>
              <a:endParaRPr lang="zh-CN" altLang="en-US" sz="200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  <p:custDataLst>
      <p:tags r:id="rId1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6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zh-CN" altLang="en-US"/>
              <a:t>产品设计思路</a:t>
            </a:r>
            <a:endParaRPr lang="zh-CN" altLang="en-US"/>
          </a:p>
        </p:txBody>
      </p:sp>
      <p:sp>
        <p:nvSpPr>
          <p:cNvPr id="3" name="椭圆 1"/>
          <p:cNvSpPr/>
          <p:nvPr>
            <p:custDataLst>
              <p:tags r:id="rId2"/>
            </p:custDataLst>
          </p:nvPr>
        </p:nvSpPr>
        <p:spPr>
          <a:xfrm>
            <a:off x="602615" y="2256790"/>
            <a:ext cx="10980420" cy="540385"/>
          </a:xfrm>
          <a:prstGeom prst="ellipse">
            <a:avLst/>
          </a:prstGeom>
          <a:noFill/>
          <a:ln>
            <a:gradFill>
              <a:gsLst>
                <a:gs pos="33000">
                  <a:schemeClr val="accent2">
                    <a:lumMod val="20000"/>
                    <a:lumOff val="80000"/>
                    <a:alpha val="0"/>
                  </a:schemeClr>
                </a:gs>
                <a:gs pos="100000">
                  <a:schemeClr val="accent2">
                    <a:alpha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  <a:latin typeface="+mn-ea"/>
            </a:endParaRPr>
          </a:p>
        </p:txBody>
      </p:sp>
      <p:sp>
        <p:nvSpPr>
          <p:cNvPr id="4" name="椭圆 6"/>
          <p:cNvSpPr/>
          <p:nvPr>
            <p:custDataLst>
              <p:tags r:id="rId3"/>
            </p:custDataLst>
          </p:nvPr>
        </p:nvSpPr>
        <p:spPr>
          <a:xfrm>
            <a:off x="890270" y="2124710"/>
            <a:ext cx="10406380" cy="540385"/>
          </a:xfrm>
          <a:prstGeom prst="ellipse">
            <a:avLst/>
          </a:prstGeom>
          <a:gradFill flip="none" rotWithShape="1">
            <a:gsLst>
              <a:gs pos="18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80000"/>
                  <a:lumOff val="20000"/>
                  <a:alpha val="3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  <a:latin typeface="+mn-ea"/>
            </a:endParaRPr>
          </a:p>
        </p:txBody>
      </p:sp>
      <p:sp>
        <p:nvSpPr>
          <p:cNvPr id="5" name="矩形: 圆角 1"/>
          <p:cNvSpPr/>
          <p:nvPr>
            <p:custDataLst>
              <p:tags r:id="rId4"/>
            </p:custDataLst>
          </p:nvPr>
        </p:nvSpPr>
        <p:spPr>
          <a:xfrm>
            <a:off x="3040380" y="1680210"/>
            <a:ext cx="6111240" cy="62674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lumMod val="85000"/>
                  <a:lumOff val="15000"/>
                  <a:alpha val="100000"/>
                </a:schemeClr>
              </a:gs>
              <a:gs pos="100000">
                <a:schemeClr val="accent1">
                  <a:lumMod val="85000"/>
                  <a:alpha val="100000"/>
                </a:schemeClr>
              </a:gs>
            </a:gsLst>
            <a:lin ang="10800000" scaled="1"/>
          </a:gradFill>
        </p:spPr>
        <p:txBody>
          <a:bodyPr wrap="square" lIns="0" tIns="0" rIns="0" bIns="0" rtlCol="0" anchor="ctr" anchorCtr="1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sz="2050" b="1">
                <a:solidFill>
                  <a:srgbClr val="FFFFFF"/>
                </a:solidFill>
                <a:latin typeface="+mn-ea"/>
                <a:cs typeface="+mn-ea"/>
              </a:rPr>
              <a:t>产品设计过程</a:t>
            </a:r>
            <a:endParaRPr lang="zh-CN" altLang="en-US" sz="2050" b="1">
              <a:solidFill>
                <a:srgbClr val="FFFFFF"/>
              </a:solidFill>
              <a:latin typeface="+mn-ea"/>
              <a:cs typeface="+mn-ea"/>
            </a:endParaRPr>
          </a:p>
        </p:txBody>
      </p:sp>
      <p:sp>
        <p:nvSpPr>
          <p:cNvPr id="8" name="椭圆 30"/>
          <p:cNvSpPr/>
          <p:nvPr>
            <p:custDataLst>
              <p:tags r:id="rId5"/>
            </p:custDataLst>
          </p:nvPr>
        </p:nvSpPr>
        <p:spPr>
          <a:xfrm>
            <a:off x="3144520" y="2699385"/>
            <a:ext cx="92710" cy="92710"/>
          </a:xfrm>
          <a:prstGeom prst="ellipse">
            <a:avLst/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75000"/>
                  <a:alpha val="100000"/>
                </a:schemeClr>
              </a:gs>
            </a:gsLst>
            <a:lin ang="5400000" scaled="1"/>
          </a:gradFill>
          <a:ln>
            <a:noFill/>
          </a:ln>
          <a:effectLst>
            <a:outerShdw blurRad="152400" sx="102000" sy="102000" algn="ctr" rotWithShape="0">
              <a:schemeClr val="accent1">
                <a:alpha val="25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  <a:latin typeface="+mn-ea"/>
            </a:endParaRPr>
          </a:p>
        </p:txBody>
      </p:sp>
      <p:cxnSp>
        <p:nvCxnSpPr>
          <p:cNvPr id="9" name="直接连接符 32"/>
          <p:cNvCxnSpPr/>
          <p:nvPr>
            <p:custDataLst>
              <p:tags r:id="rId6"/>
            </p:custDataLst>
          </p:nvPr>
        </p:nvCxnSpPr>
        <p:spPr>
          <a:xfrm>
            <a:off x="3190875" y="2792095"/>
            <a:ext cx="0" cy="309296"/>
          </a:xfrm>
          <a:prstGeom prst="line">
            <a:avLst/>
          </a:prstGeom>
          <a:ln w="19050">
            <a:gradFill>
              <a:gsLst>
                <a:gs pos="96000">
                  <a:srgbClr val="FFFFFF">
                    <a:alpha val="0"/>
                  </a:srgbClr>
                </a:gs>
                <a:gs pos="0">
                  <a:schemeClr val="accent1">
                    <a:alpha val="5000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33"/>
          <p:cNvSpPr/>
          <p:nvPr>
            <p:custDataLst>
              <p:tags r:id="rId7"/>
            </p:custDataLst>
          </p:nvPr>
        </p:nvSpPr>
        <p:spPr>
          <a:xfrm>
            <a:off x="2099945" y="3026410"/>
            <a:ext cx="2181860" cy="339725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altLang="en-US" sz="2050" b="1" i="0">
                <a:solidFill>
                  <a:schemeClr val="tx1"/>
                </a:solidFill>
                <a:effectLst/>
                <a:latin typeface="+mn-ea"/>
              </a:rPr>
              <a:t>1. </a:t>
            </a:r>
            <a:r>
              <a:rPr lang="zh-CN" altLang="en-US" sz="2050" b="1" i="0">
                <a:solidFill>
                  <a:schemeClr val="tx1"/>
                </a:solidFill>
                <a:effectLst/>
                <a:latin typeface="+mn-ea"/>
              </a:rPr>
              <a:t>需求分析阶段</a:t>
            </a:r>
            <a:endParaRPr lang="zh-CN" altLang="en-US" sz="2050" b="1" i="0">
              <a:solidFill>
                <a:schemeClr val="tx1"/>
              </a:solidFill>
              <a:effectLst/>
              <a:latin typeface="+mn-ea"/>
            </a:endParaRPr>
          </a:p>
        </p:txBody>
      </p:sp>
      <p:sp>
        <p:nvSpPr>
          <p:cNvPr id="11" name="矩形: 圆角 34"/>
          <p:cNvSpPr/>
          <p:nvPr>
            <p:custDataLst>
              <p:tags r:id="rId8"/>
            </p:custDataLst>
          </p:nvPr>
        </p:nvSpPr>
        <p:spPr>
          <a:xfrm>
            <a:off x="606425" y="3496310"/>
            <a:ext cx="5168900" cy="2764790"/>
          </a:xfrm>
          <a:prstGeom prst="roundRect">
            <a:avLst>
              <a:gd name="adj" fmla="val 8537"/>
            </a:avLst>
          </a:prstGeom>
          <a:noFill/>
          <a:ln w="15875">
            <a:gradFill flip="none" rotWithShape="1">
              <a:gsLst>
                <a:gs pos="0">
                  <a:schemeClr val="accent1">
                    <a:alpha val="75000"/>
                  </a:schemeClr>
                </a:gs>
                <a:gs pos="100000">
                  <a:schemeClr val="accent1">
                    <a:alpha val="16000"/>
                  </a:schemeClr>
                </a:gs>
              </a:gsLst>
              <a:lin ang="5400000" scaled="1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290" tIns="179705" rIns="288290" bIns="71755" rtlCol="0" anchor="t">
            <a:noAutofit/>
          </a:bodyPr>
          <a:lstStyle/>
          <a:p>
            <a:pPr indent="0" algn="just" fontAlgn="auto">
              <a:lnSpc>
                <a:spcPct val="14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550" b="1" spc="2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核心痛点</a:t>
            </a:r>
            <a:r>
              <a:rPr lang="en-US" altLang="zh-CN" sz="1550" spc="2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:</a:t>
            </a:r>
            <a:r>
              <a:rPr lang="zh-CN" altLang="en-US" sz="1550" spc="2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用户在网购中常因信息不对称遭遇低价诱骗、虚假宣传、钓鱼链接等诈骗</a:t>
            </a:r>
            <a:r>
              <a:rPr lang="en-US" altLang="zh-CN" sz="1550" spc="2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,</a:t>
            </a:r>
            <a:r>
              <a:rPr lang="zh-CN" altLang="en-US" sz="1550" spc="2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缺乏快速识别风险的专业工具。</a:t>
            </a:r>
            <a:endParaRPr lang="en-US" altLang="zh-CN" sz="1550" spc="20">
              <a:solidFill>
                <a:schemeClr val="tx1">
                  <a:lumMod val="85000"/>
                  <a:lumOff val="15000"/>
                </a:schemeClr>
              </a:solidFill>
              <a:latin typeface="华文中宋" panose="02010600040101010101" charset="-122"/>
              <a:ea typeface="华文中宋" panose="02010600040101010101" charset="-122"/>
              <a:cs typeface="+mn-ea"/>
              <a:sym typeface="+mn-ea"/>
            </a:endParaRPr>
          </a:p>
          <a:p>
            <a:pPr indent="0" algn="just" fontAlgn="auto">
              <a:lnSpc>
                <a:spcPct val="14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zh-CN" sz="1550" b="1" spc="2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目标用户</a:t>
            </a:r>
            <a:r>
              <a:rPr lang="en-US" altLang="zh-CN" sz="1550" spc="2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:</a:t>
            </a:r>
            <a:r>
              <a:rPr lang="zh-CN" altLang="en-US" sz="1550" spc="2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普通消费者</a:t>
            </a:r>
            <a:r>
              <a:rPr lang="en-US" altLang="zh-CN" sz="1550" spc="2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(</a:t>
            </a:r>
            <a:r>
              <a:rPr lang="zh-CN" altLang="en-US" sz="1550" spc="2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尤其是学生、中老年群体</a:t>
            </a:r>
            <a:r>
              <a:rPr lang="en-US" altLang="zh-CN" sz="1550" spc="2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)</a:t>
            </a:r>
            <a:r>
              <a:rPr lang="zh-CN" altLang="en-US" sz="1550" spc="2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、电商平台用户、二手交易参与者。</a:t>
            </a:r>
            <a:endParaRPr lang="en-US" altLang="zh-CN" sz="1550" spc="20">
              <a:solidFill>
                <a:schemeClr val="tx1">
                  <a:lumMod val="85000"/>
                  <a:lumOff val="15000"/>
                </a:schemeClr>
              </a:solidFill>
              <a:latin typeface="华文中宋" panose="02010600040101010101" charset="-122"/>
              <a:ea typeface="华文中宋" panose="02010600040101010101" charset="-122"/>
              <a:cs typeface="+mn-ea"/>
              <a:sym typeface="+mn-ea"/>
            </a:endParaRPr>
          </a:p>
          <a:p>
            <a:pPr indent="0" algn="just" fontAlgn="auto">
              <a:lnSpc>
                <a:spcPct val="14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zh-CN" sz="1550" b="1" spc="2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竞品差距</a:t>
            </a:r>
            <a:r>
              <a:rPr lang="en-US" altLang="zh-CN" sz="1550" spc="2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:</a:t>
            </a:r>
            <a:r>
              <a:rPr lang="zh-CN" altLang="en-US" sz="1550" spc="2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现有工具依赖固定规则库</a:t>
            </a:r>
            <a:r>
              <a:rPr lang="en-US" altLang="zh-CN" sz="1550" spc="2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,</a:t>
            </a:r>
            <a:r>
              <a:rPr lang="zh-CN" altLang="en-US" sz="1550" spc="2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灵活性不足</a:t>
            </a:r>
            <a:r>
              <a:rPr lang="en-US" altLang="zh-CN" sz="1550" spc="2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;</a:t>
            </a:r>
            <a:r>
              <a:rPr lang="zh-CN" altLang="en-US" sz="1550" spc="2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缺乏多模态分析</a:t>
            </a:r>
            <a:r>
              <a:rPr lang="en-US" altLang="zh-CN" sz="1550" spc="2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(</a:t>
            </a:r>
            <a:r>
              <a:rPr lang="zh-CN" altLang="en-US" sz="1550" spc="2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如图片识别</a:t>
            </a:r>
            <a:r>
              <a:rPr lang="en-US" altLang="zh-CN" sz="1550" spc="2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)</a:t>
            </a:r>
            <a:r>
              <a:rPr lang="zh-CN" altLang="en-US" sz="1550" spc="2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和动态风险评估能力。</a:t>
            </a:r>
            <a:endParaRPr lang="zh-CN" altLang="en-US" sz="1550" spc="20">
              <a:solidFill>
                <a:schemeClr val="tx1">
                  <a:lumMod val="85000"/>
                  <a:lumOff val="15000"/>
                </a:schemeClr>
              </a:solidFill>
              <a:latin typeface="华文中宋" panose="02010600040101010101" charset="-122"/>
              <a:ea typeface="华文中宋" panose="02010600040101010101" charset="-122"/>
              <a:cs typeface="+mn-ea"/>
            </a:endParaRPr>
          </a:p>
        </p:txBody>
      </p:sp>
      <p:sp>
        <p:nvSpPr>
          <p:cNvPr id="12" name="椭圆 36"/>
          <p:cNvSpPr/>
          <p:nvPr>
            <p:custDataLst>
              <p:tags r:id="rId9"/>
            </p:custDataLst>
          </p:nvPr>
        </p:nvSpPr>
        <p:spPr>
          <a:xfrm>
            <a:off x="8940165" y="2687955"/>
            <a:ext cx="92710" cy="92710"/>
          </a:xfrm>
          <a:prstGeom prst="ellipse">
            <a:avLst/>
          </a:prstGeom>
          <a:gradFill>
            <a:gsLst>
              <a:gs pos="0">
                <a:schemeClr val="accent2">
                  <a:alpha val="100000"/>
                </a:schemeClr>
              </a:gs>
              <a:gs pos="100000">
                <a:schemeClr val="accent2">
                  <a:lumMod val="75000"/>
                  <a:alpha val="100000"/>
                </a:schemeClr>
              </a:gs>
            </a:gsLst>
            <a:lin ang="5400000" scaled="1"/>
          </a:gradFill>
          <a:ln>
            <a:noFill/>
          </a:ln>
          <a:effectLst>
            <a:outerShdw blurRad="152400" sx="102000" sy="102000" algn="ctr" rotWithShape="0">
              <a:schemeClr val="accent2">
                <a:alpha val="25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  <a:latin typeface="+mn-ea"/>
            </a:endParaRPr>
          </a:p>
        </p:txBody>
      </p:sp>
      <p:cxnSp>
        <p:nvCxnSpPr>
          <p:cNvPr id="13" name="直接连接符 37"/>
          <p:cNvCxnSpPr/>
          <p:nvPr>
            <p:custDataLst>
              <p:tags r:id="rId10"/>
            </p:custDataLst>
          </p:nvPr>
        </p:nvCxnSpPr>
        <p:spPr>
          <a:xfrm>
            <a:off x="8986520" y="2780665"/>
            <a:ext cx="0" cy="309296"/>
          </a:xfrm>
          <a:prstGeom prst="line">
            <a:avLst/>
          </a:prstGeom>
          <a:ln w="19050">
            <a:gradFill>
              <a:gsLst>
                <a:gs pos="96000">
                  <a:srgbClr val="FFFFFF">
                    <a:alpha val="0"/>
                  </a:srgbClr>
                </a:gs>
                <a:gs pos="0">
                  <a:schemeClr val="accent2">
                    <a:alpha val="5000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矩形 38"/>
          <p:cNvSpPr/>
          <p:nvPr>
            <p:custDataLst>
              <p:tags r:id="rId11"/>
            </p:custDataLst>
          </p:nvPr>
        </p:nvSpPr>
        <p:spPr>
          <a:xfrm>
            <a:off x="7895590" y="3014980"/>
            <a:ext cx="2181860" cy="339725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altLang="en-US" sz="2050" b="1" i="0">
                <a:solidFill>
                  <a:schemeClr val="tx1"/>
                </a:solidFill>
                <a:effectLst/>
                <a:latin typeface="+mn-ea"/>
              </a:rPr>
              <a:t>2. </a:t>
            </a:r>
            <a:r>
              <a:rPr lang="zh-CN" altLang="en-US" sz="2050" b="1" i="0">
                <a:solidFill>
                  <a:schemeClr val="tx1"/>
                </a:solidFill>
                <a:effectLst/>
                <a:latin typeface="+mn-ea"/>
              </a:rPr>
              <a:t>产品定位</a:t>
            </a:r>
            <a:endParaRPr lang="zh-CN" altLang="en-US" sz="2050" b="1" i="0">
              <a:solidFill>
                <a:schemeClr val="tx1"/>
              </a:solidFill>
              <a:effectLst/>
              <a:latin typeface="+mn-ea"/>
            </a:endParaRPr>
          </a:p>
        </p:txBody>
      </p:sp>
      <p:sp>
        <p:nvSpPr>
          <p:cNvPr id="15" name="矩形: 圆角 39"/>
          <p:cNvSpPr/>
          <p:nvPr>
            <p:custDataLst>
              <p:tags r:id="rId12"/>
            </p:custDataLst>
          </p:nvPr>
        </p:nvSpPr>
        <p:spPr>
          <a:xfrm>
            <a:off x="6402070" y="3496310"/>
            <a:ext cx="5168900" cy="2764790"/>
          </a:xfrm>
          <a:prstGeom prst="roundRect">
            <a:avLst>
              <a:gd name="adj" fmla="val 8537"/>
            </a:avLst>
          </a:prstGeom>
          <a:noFill/>
          <a:ln w="15875">
            <a:gradFill flip="none" rotWithShape="1">
              <a:gsLst>
                <a:gs pos="0">
                  <a:schemeClr val="accent2">
                    <a:alpha val="75000"/>
                  </a:schemeClr>
                </a:gs>
                <a:gs pos="100000">
                  <a:schemeClr val="accent2">
                    <a:alpha val="16000"/>
                  </a:schemeClr>
                </a:gs>
              </a:gsLst>
              <a:lin ang="5400000" scaled="1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290" tIns="179705" rIns="288290" bIns="71755" rtlCol="0" anchor="t">
            <a:noAutofit/>
          </a:bodyPr>
          <a:lstStyle/>
          <a:p>
            <a:pPr algn="just">
              <a:lnSpc>
                <a:spcPct val="14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550" b="1" spc="2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核心价值</a:t>
            </a:r>
            <a:r>
              <a:rPr lang="en-US" altLang="zh-CN" sz="1550" spc="2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:以 vivo </a:t>
            </a:r>
            <a:r>
              <a:rPr lang="en-US" altLang="zh-CN" sz="1550" spc="20" err="1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BlueLM</a:t>
            </a:r>
            <a:r>
              <a:rPr lang="en-US" altLang="zh-CN" sz="1550" spc="2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 </a:t>
            </a:r>
            <a:r>
              <a:rPr lang="en-US" altLang="zh-CN" sz="1550" spc="20" err="1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多模态</a:t>
            </a:r>
            <a:r>
              <a:rPr lang="en-US" altLang="zh-CN" sz="1550" spc="2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 AI 引擎为技术底座，构建零门槛的购物反诈智能服务。用户只需"一键上传"商品信息或图片，即可获得"智能分析→直观评分→专业建议"的完整闭环体验。</a:t>
            </a:r>
            <a:endParaRPr lang="zh-CN" altLang="en-US" sz="1550" spc="20">
              <a:solidFill>
                <a:schemeClr val="tx1">
                  <a:lumMod val="85000"/>
                  <a:lumOff val="15000"/>
                </a:schemeClr>
              </a:solidFill>
              <a:latin typeface="华文中宋" panose="02010600040101010101" charset="-122"/>
              <a:ea typeface="华文中宋" panose="02010600040101010101" charset="-122"/>
              <a:cs typeface="+mn-ea"/>
              <a:sym typeface="+mn-ea"/>
            </a:endParaRPr>
          </a:p>
          <a:p>
            <a:pPr algn="just">
              <a:lnSpc>
                <a:spcPct val="14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zh-CN" sz="1550" b="1" spc="2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差异化优势</a:t>
            </a:r>
            <a:r>
              <a:rPr lang="en-US" altLang="zh-CN" sz="1550" spc="2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:</a:t>
            </a:r>
            <a:r>
              <a:rPr lang="zh-CN" altLang="en-US" sz="1550" spc="2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支持多模态输入</a:t>
            </a:r>
            <a:r>
              <a:rPr lang="en-US" altLang="zh-CN" sz="1550" spc="2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(</a:t>
            </a:r>
            <a:r>
              <a:rPr lang="zh-CN" altLang="en-US" sz="1550" spc="2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文本、图片</a:t>
            </a:r>
            <a:r>
              <a:rPr lang="en-US" altLang="zh-CN" sz="1550" spc="2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)</a:t>
            </a:r>
            <a:r>
              <a:rPr lang="zh-CN" altLang="en-US" sz="1550" spc="2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、实时风险评估、个性化防骗指引，支持功能强大的快应用和网页平台，同时兼顾本地部署。</a:t>
            </a:r>
            <a:endParaRPr lang="zh-CN" altLang="en-US" sz="1550" spc="20">
              <a:solidFill>
                <a:schemeClr val="tx1">
                  <a:lumMod val="85000"/>
                  <a:lumOff val="15000"/>
                </a:schemeClr>
              </a:solidFill>
              <a:latin typeface="华文中宋" panose="02010600040101010101" charset="-122"/>
              <a:ea typeface="华文中宋" panose="02010600040101010101" charset="-122"/>
              <a:cs typeface="+mn-ea"/>
            </a:endParaRPr>
          </a:p>
        </p:txBody>
      </p:sp>
    </p:spTree>
    <p:custDataLst>
      <p:tags r:id="rId13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矩形: 圆角 3"/>
          <p:cNvSpPr/>
          <p:nvPr>
            <p:custDataLst>
              <p:tags r:id="rId1"/>
            </p:custDataLst>
          </p:nvPr>
        </p:nvSpPr>
        <p:spPr>
          <a:xfrm>
            <a:off x="609600" y="1526540"/>
            <a:ext cx="11207115" cy="4721860"/>
          </a:xfrm>
          <a:prstGeom prst="roundRect">
            <a:avLst>
              <a:gd name="adj" fmla="val 4859"/>
            </a:avLst>
          </a:prstGeom>
          <a:ln w="952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lin ang="10800000" scaled="1"/>
              <a:tileRect/>
            </a:gradFill>
            <a:prstDash val="solid"/>
          </a:ln>
          <a:effectLst>
            <a:outerShdw blurRad="127000" dist="76200" dir="3600000" algn="ctr" rotWithShape="0">
              <a:schemeClr val="accent1">
                <a:alpha val="23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 </a:t>
            </a:r>
            <a:endParaRPr lang="zh-CN" altLang="en-US"/>
          </a:p>
        </p:txBody>
      </p:sp>
      <p:sp>
        <p:nvSpPr>
          <p:cNvPr id="7" name="矩形: 圆角 3"/>
          <p:cNvSpPr/>
          <p:nvPr>
            <p:custDataLst>
              <p:tags r:id="rId2"/>
            </p:custDataLst>
          </p:nvPr>
        </p:nvSpPr>
        <p:spPr>
          <a:xfrm>
            <a:off x="609600" y="1526540"/>
            <a:ext cx="11207115" cy="4721860"/>
          </a:xfrm>
          <a:prstGeom prst="roundRect">
            <a:avLst>
              <a:gd name="adj" fmla="val 4859"/>
            </a:avLst>
          </a:prstGeom>
          <a:solidFill>
            <a:srgbClr val="FFFFFF">
              <a:alpha val="20000"/>
            </a:srgbClr>
          </a:solidFill>
          <a:ln w="9525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 </a:t>
            </a:r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zh-CN" altLang="en-US"/>
              <a:t>产品设计思路</a:t>
            </a:r>
            <a:endParaRPr lang="zh-CN" altLang="en-US"/>
          </a:p>
        </p:txBody>
      </p:sp>
      <p:sp>
        <p:nvSpPr>
          <p:cNvPr id="4" name="矩形: 圆角 3"/>
          <p:cNvSpPr/>
          <p:nvPr>
            <p:custDataLst>
              <p:tags r:id="rId4"/>
            </p:custDataLst>
          </p:nvPr>
        </p:nvSpPr>
        <p:spPr>
          <a:xfrm>
            <a:off x="9398000" y="1526540"/>
            <a:ext cx="2418715" cy="4721860"/>
          </a:xfrm>
          <a:custGeom>
            <a:avLst/>
            <a:gdLst>
              <a:gd name="adj" fmla="val 4859"/>
              <a:gd name="a" fmla="pin 0 adj 50000"/>
              <a:gd name="x1" fmla="*/ ss a 100000"/>
              <a:gd name="x2" fmla="+- r 0 x1"/>
              <a:gd name="y2" fmla="+- b 0 x1"/>
              <a:gd name="il" fmla="*/ x1 29289 100000"/>
              <a:gd name="ir" fmla="+- r 0 il"/>
              <a:gd name="ib" fmla="+- b 0 il"/>
            </a:gdLst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3809" h="7436">
                <a:moveTo>
                  <a:pt x="0" y="0"/>
                </a:moveTo>
                <a:lnTo>
                  <a:pt x="3448" y="0"/>
                </a:lnTo>
                <a:cubicBezTo>
                  <a:pt x="3647" y="0"/>
                  <a:pt x="3809" y="162"/>
                  <a:pt x="3809" y="361"/>
                </a:cubicBezTo>
                <a:lnTo>
                  <a:pt x="3809" y="7075"/>
                </a:lnTo>
                <a:cubicBezTo>
                  <a:pt x="3809" y="7274"/>
                  <a:pt x="3647" y="7436"/>
                  <a:pt x="3448" y="7436"/>
                </a:cubicBezTo>
                <a:lnTo>
                  <a:pt x="0" y="7436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61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90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>
                <a:sym typeface="+mn-ea"/>
              </a:rPr>
              <a:t> </a:t>
            </a:r>
            <a:endParaRPr lang="en-US" altLang="zh-CN">
              <a:sym typeface="+mn-ea"/>
            </a:endParaRPr>
          </a:p>
        </p:txBody>
      </p:sp>
      <p:sp>
        <p:nvSpPr>
          <p:cNvPr id="8" name="矩形 7"/>
          <p:cNvSpPr/>
          <p:nvPr>
            <p:custDataLst>
              <p:tags r:id="rId5"/>
            </p:custDataLst>
          </p:nvPr>
        </p:nvSpPr>
        <p:spPr>
          <a:xfrm>
            <a:off x="1049020" y="2804255"/>
            <a:ext cx="10328400" cy="2995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任意多边形 10"/>
          <p:cNvSpPr>
            <a:spLocks noChangeAspect="1"/>
          </p:cNvSpPr>
          <p:nvPr>
            <p:custDataLst>
              <p:tags r:id="rId6"/>
            </p:custDataLst>
          </p:nvPr>
        </p:nvSpPr>
        <p:spPr>
          <a:xfrm flipH="1" flipV="1">
            <a:off x="10247333" y="1893315"/>
            <a:ext cx="720000" cy="536902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528" h="1413">
                <a:moveTo>
                  <a:pt x="485" y="0"/>
                </a:moveTo>
                <a:lnTo>
                  <a:pt x="615" y="206"/>
                </a:lnTo>
                <a:cubicBezTo>
                  <a:pt x="507" y="251"/>
                  <a:pt x="428" y="318"/>
                  <a:pt x="377" y="408"/>
                </a:cubicBezTo>
                <a:cubicBezTo>
                  <a:pt x="326" y="497"/>
                  <a:pt x="297" y="627"/>
                  <a:pt x="291" y="798"/>
                </a:cubicBezTo>
                <a:lnTo>
                  <a:pt x="568" y="798"/>
                </a:lnTo>
                <a:lnTo>
                  <a:pt x="568" y="1413"/>
                </a:lnTo>
                <a:lnTo>
                  <a:pt x="0" y="1413"/>
                </a:lnTo>
                <a:lnTo>
                  <a:pt x="0" y="927"/>
                </a:lnTo>
                <a:cubicBezTo>
                  <a:pt x="0" y="664"/>
                  <a:pt x="31" y="474"/>
                  <a:pt x="94" y="356"/>
                </a:cubicBezTo>
                <a:cubicBezTo>
                  <a:pt x="177" y="199"/>
                  <a:pt x="307" y="80"/>
                  <a:pt x="485" y="0"/>
                </a:cubicBezTo>
                <a:close/>
                <a:moveTo>
                  <a:pt x="1398" y="0"/>
                </a:moveTo>
                <a:lnTo>
                  <a:pt x="1528" y="206"/>
                </a:lnTo>
                <a:cubicBezTo>
                  <a:pt x="1420" y="251"/>
                  <a:pt x="1340" y="318"/>
                  <a:pt x="1290" y="408"/>
                </a:cubicBezTo>
                <a:cubicBezTo>
                  <a:pt x="1239" y="497"/>
                  <a:pt x="1210" y="627"/>
                  <a:pt x="1204" y="798"/>
                </a:cubicBezTo>
                <a:lnTo>
                  <a:pt x="1481" y="798"/>
                </a:lnTo>
                <a:lnTo>
                  <a:pt x="1481" y="1413"/>
                </a:lnTo>
                <a:lnTo>
                  <a:pt x="912" y="1413"/>
                </a:lnTo>
                <a:lnTo>
                  <a:pt x="912" y="927"/>
                </a:lnTo>
                <a:cubicBezTo>
                  <a:pt x="912" y="664"/>
                  <a:pt x="944" y="474"/>
                  <a:pt x="1006" y="356"/>
                </a:cubicBezTo>
                <a:cubicBezTo>
                  <a:pt x="1089" y="199"/>
                  <a:pt x="1220" y="80"/>
                  <a:pt x="1398" y="0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noFill/>
            </a:endParaRPr>
          </a:p>
        </p:txBody>
      </p:sp>
      <p:sp>
        <p:nvSpPr>
          <p:cNvPr id="22" name="矩形 21"/>
          <p:cNvSpPr/>
          <p:nvPr>
            <p:custDataLst>
              <p:tags r:id="rId7"/>
            </p:custDataLst>
          </p:nvPr>
        </p:nvSpPr>
        <p:spPr>
          <a:xfrm>
            <a:off x="1049020" y="1788795"/>
            <a:ext cx="8091805" cy="7461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/>
          </a:bodyPr>
          <a:lstStyle/>
          <a:p>
            <a:pPr marL="0" lvl="0" indent="0">
              <a:lnSpc>
                <a:spcPct val="150000"/>
              </a:lnSpc>
              <a:buNone/>
            </a:pPr>
            <a:r>
              <a:rPr lang="zh-CN" altLang="en-US" sz="1600" kern="0" spc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ea typeface="+mn-ea"/>
                <a:sym typeface="+mn-ea"/>
              </a:rPr>
              <a:t>产品功能设计</a:t>
            </a:r>
            <a:endParaRPr lang="zh-CN" altLang="en-US" sz="1600" kern="0" spc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ea typeface="+mn-ea"/>
              <a:sym typeface="+mn-ea"/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zh-CN" altLang="en-US" sz="1600" kern="0" spc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ea typeface="+mn-ea"/>
                <a:sym typeface="+mn-ea"/>
              </a:rPr>
              <a:t>1. 核心功能模块</a:t>
            </a:r>
            <a:endParaRPr lang="zh-CN" altLang="en-US" sz="1600" kern="0" spc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ea typeface="+mn-ea"/>
              <a:sym typeface="+mn-ea"/>
            </a:endParaRPr>
          </a:p>
        </p:txBody>
      </p:sp>
      <p:graphicFrame>
        <p:nvGraphicFramePr>
          <p:cNvPr id="3" name="表格 6"/>
          <p:cNvGraphicFramePr/>
          <p:nvPr/>
        </p:nvGraphicFramePr>
        <p:xfrm>
          <a:off x="781878" y="2630556"/>
          <a:ext cx="10792100" cy="37919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0504"/>
                <a:gridCol w="9241596"/>
              </a:tblGrid>
              <a:tr h="515716"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400" b="1" spc="12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功能模块</a:t>
                      </a:r>
                      <a:endParaRPr lang="zh-CN" altLang="en-US" sz="1400" b="1" spc="12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77800" marR="177800" marT="66675" marB="6667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400" b="1" spc="12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具体描述</a:t>
                      </a:r>
                      <a:endParaRPr lang="zh-CN" altLang="en-US" sz="1400" b="1" spc="12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77800" marR="177800" marT="66675" marB="66675" anchor="ctr"/>
                </a:tc>
              </a:tr>
              <a:tr h="788742"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600" b="0" spc="12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多模态输入</a:t>
                      </a:r>
                      <a:endParaRPr lang="zh-CN" altLang="en-US" sz="1600" b="0" spc="12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77800" marR="177800" marT="66675" marB="66675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400" b="0" spc="12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- </a:t>
                      </a:r>
                      <a:r>
                        <a:rPr lang="en-US" altLang="zh-CN" sz="1400" b="0" spc="120" err="1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图片</a:t>
                      </a:r>
                      <a:r>
                        <a:rPr lang="zh-CN" altLang="en-US" sz="1400" b="0" spc="12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识别：上传商品截图、聊天记录截图，提取文字并分析风险等</a:t>
                      </a:r>
                      <a:br>
                        <a:rPr lang="zh-CN" altLang="en-US" sz="1400" b="0" spc="12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</a:br>
                      <a:r>
                        <a:rPr lang="en-US" altLang="zh-CN" sz="1400" b="0" spc="12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- </a:t>
                      </a:r>
                      <a:r>
                        <a:rPr lang="zh-CN" altLang="en-US" sz="1400" b="0" spc="12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文本分析：输入商品描述、聊天记录，识别诈骗话术等</a:t>
                      </a:r>
                      <a:endParaRPr lang="zh-CN" altLang="en-US" sz="1400" b="0" spc="12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77800" marR="177800" marT="66675" marB="66675" anchor="ctr"/>
                </a:tc>
              </a:tr>
              <a:tr h="728070"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600" b="0" spc="12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风险评估</a:t>
                      </a:r>
                      <a:endParaRPr lang="zh-CN" altLang="en-US" sz="1600" b="0" spc="12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77800" marR="177800" marT="66675" marB="66675" anchor="ctr"/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 spc="120" noProof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rPr>
                        <a:t>- </a:t>
                      </a:r>
                      <a:r>
                        <a:rPr lang="zh-CN" altLang="en-US" sz="1400" b="0" i="0" u="none" strike="noStrike" spc="120" noProof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rPr>
                        <a:t>智能化反诈工作流</a:t>
                      </a:r>
                      <a:r>
                        <a:rPr lang="zh-CN" altLang="en-US" sz="1400" b="0" i="0" u="none" strike="noStrike" spc="120" noProof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：RAG-10000+诈骗知识库，特质化查询改写，智能判断工作流走向与工具调用</a:t>
                      </a:r>
                      <a:endParaRPr lang="zh-CN" altLang="en-US" sz="1400" b="0" i="0" u="none" strike="noStrike" spc="120" noProof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0" lvl="0" indent="0"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zh-CN" sz="1400" b="0" spc="12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- </a:t>
                      </a:r>
                      <a:r>
                        <a:rPr lang="zh-CN" altLang="en-US" sz="1400" b="0" spc="12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星级评分：</a:t>
                      </a:r>
                      <a:r>
                        <a:rPr lang="en-US" altLang="zh-CN" sz="1400" b="0" spc="12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0-10 </a:t>
                      </a:r>
                      <a:r>
                        <a:rPr lang="zh-CN" altLang="en-US" sz="1400" b="0" spc="12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星直观展示诈骗风险（</a:t>
                      </a:r>
                      <a:r>
                        <a:rPr lang="en-US" altLang="zh-CN" sz="1400" b="0" spc="12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 </a:t>
                      </a:r>
                      <a:r>
                        <a:rPr lang="zh-CN" altLang="en-US" sz="1400" b="0" spc="12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星可信，</a:t>
                      </a:r>
                      <a:r>
                        <a:rPr lang="en-US" altLang="zh-CN" sz="1400" b="0" spc="12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10 </a:t>
                      </a:r>
                      <a:r>
                        <a:rPr lang="zh-CN" altLang="en-US" sz="1400" b="0" spc="12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星高危）</a:t>
                      </a:r>
                      <a:br>
                        <a:rPr lang="zh-CN" altLang="en-US" sz="1400" b="0" spc="12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</a:br>
                      <a:r>
                        <a:rPr lang="en-US" altLang="zh-CN" sz="1400" b="0" spc="12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- </a:t>
                      </a:r>
                      <a:r>
                        <a:rPr lang="zh-CN" altLang="en-US" sz="1400" b="0" spc="12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风险标签：自动标注 “低价诱骗”“虚假宣传”“私下交易” 等具体风险类型</a:t>
                      </a:r>
                      <a:endParaRPr lang="zh-CN" altLang="en-US" sz="1400" b="0" spc="12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77800" marR="177800" marT="66675" marB="66675" anchor="ctr"/>
                </a:tc>
              </a:tr>
              <a:tr h="728070"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600" b="0" spc="12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智能建议</a:t>
                      </a:r>
                      <a:endParaRPr lang="zh-CN" altLang="en-US" sz="1600" b="0" spc="12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77800" marR="177800" marT="66675" marB="66675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400" b="0" spc="12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- </a:t>
                      </a:r>
                      <a:r>
                        <a:rPr lang="zh-CN" altLang="en-US" sz="1400" b="0" spc="12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防骗指南：针对风险类型提供操作建议（如 “拒绝私下转账”“验证平台资质”）等</a:t>
                      </a:r>
                      <a:br>
                        <a:rPr lang="zh-CN" altLang="en-US" sz="1400" b="0" spc="12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</a:br>
                      <a:r>
                        <a:rPr lang="en-US" altLang="zh-CN" sz="1400" b="0" spc="12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- </a:t>
                      </a:r>
                      <a:r>
                        <a:rPr lang="zh-CN" altLang="en-US" sz="1400" b="0" spc="12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行动指引：推荐 “查询平台备案”“举报诈骗” 等下一步操作</a:t>
                      </a:r>
                      <a:endParaRPr lang="zh-CN" altLang="en-US" sz="1400" b="0" spc="12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77800" marR="177800" marT="66675" marB="66675" anchor="ctr"/>
                </a:tc>
              </a:tr>
              <a:tr h="728070"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600" b="0" spc="12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多端部署</a:t>
                      </a:r>
                      <a:endParaRPr lang="zh-CN" altLang="en-US" sz="1600" b="0" spc="12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77800" marR="177800" marT="66675" marB="66675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400" b="0" spc="12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- </a:t>
                      </a:r>
                      <a:r>
                        <a:rPr lang="en-US" altLang="zh-CN" sz="1400" b="0" spc="120" err="1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快应用平台</a:t>
                      </a:r>
                      <a:r>
                        <a:rPr lang="zh-CN" altLang="en-US" sz="1400" b="0" spc="12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：内容精美，支持多模态输入、风格切换、历史对话查询与切换、多轮对话等</a:t>
                      </a:r>
                      <a:br>
                        <a:rPr lang="zh-CN" altLang="en-US" sz="1400" b="0" spc="12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</a:br>
                      <a:r>
                        <a:rPr lang="en-US" altLang="zh-CN" sz="1400" b="0" spc="12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- </a:t>
                      </a:r>
                      <a:r>
                        <a:rPr lang="zh-CN" altLang="en-US" sz="1400" b="0" spc="12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Webapp: </a:t>
                      </a:r>
                      <a:r>
                        <a:rPr lang="zh-CN" sz="1400" b="0" i="0" u="none" strike="noStrike" spc="120" noProof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内容精美，支持多模态输入、语言风格切换、历史对话查询与切换、多轮对话等</a:t>
                      </a:r>
                      <a:br>
                        <a:rPr lang="zh-CN" sz="1400" b="0" i="0" u="none" strike="noStrike" spc="120" noProof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</a:br>
                      <a:r>
                        <a:rPr lang="zh-CN" sz="1400" b="0" i="0" u="none" strike="noStrike" spc="120" noProof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 </a:t>
                      </a:r>
                      <a:r>
                        <a:rPr lang="zh-CN" altLang="en-US" sz="1400" b="0" i="0" u="none" strike="noStrike" spc="120" noProof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本地部署: 详细文档教程指引，简单易上手，自定义调试范围广，延迟较低</a:t>
                      </a:r>
                      <a:endParaRPr lang="zh-CN" altLang="en-US" sz="1400" b="0" i="0" u="none" strike="noStrike" spc="120" noProof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77800" marR="177800" marT="66675" marB="66675" anchor="ctr"/>
                </a:tc>
              </a:tr>
            </a:tbl>
          </a:graphicData>
        </a:graphic>
      </p:graphicFrame>
    </p:spTree>
    <p:custDataLst>
      <p:tags r:id="rId8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标题 50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zh-CN" altLang="en-US"/>
              <a:t>产品设计思路</a:t>
            </a:r>
            <a:endParaRPr lang="zh-CN" altLang="en-US"/>
          </a:p>
        </p:txBody>
      </p:sp>
      <p:sp>
        <p:nvSpPr>
          <p:cNvPr id="401" name="任意多边形: 形状 400"/>
          <p:cNvSpPr/>
          <p:nvPr>
            <p:custDataLst>
              <p:tags r:id="rId2"/>
            </p:custDataLst>
          </p:nvPr>
        </p:nvSpPr>
        <p:spPr>
          <a:xfrm>
            <a:off x="695960" y="1941830"/>
            <a:ext cx="10764520" cy="4304030"/>
          </a:xfrm>
          <a:custGeom>
            <a:avLst/>
            <a:gdLst>
              <a:gd name="connsiteX0" fmla="*/ 10659237 w 10659236"/>
              <a:gd name="connsiteY0" fmla="*/ 0 h 4304309"/>
              <a:gd name="connsiteX1" fmla="*/ 10659237 w 10659236"/>
              <a:gd name="connsiteY1" fmla="*/ 4115257 h 4304309"/>
              <a:gd name="connsiteX2" fmla="*/ 10470185 w 10659236"/>
              <a:gd name="connsiteY2" fmla="*/ 4304310 h 4304309"/>
              <a:gd name="connsiteX3" fmla="*/ 188976 w 10659236"/>
              <a:gd name="connsiteY3" fmla="*/ 4304310 h 4304309"/>
              <a:gd name="connsiteX4" fmla="*/ 0 w 10659236"/>
              <a:gd name="connsiteY4" fmla="*/ 4115257 h 4304309"/>
              <a:gd name="connsiteX5" fmla="*/ 0 w 10659236"/>
              <a:gd name="connsiteY5" fmla="*/ 0 h 4304309"/>
              <a:gd name="connsiteX6" fmla="*/ 10659237 w 10659236"/>
              <a:gd name="connsiteY6" fmla="*/ 0 h 43043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659236" h="4304309">
                <a:moveTo>
                  <a:pt x="10659237" y="0"/>
                </a:moveTo>
                <a:lnTo>
                  <a:pt x="10659237" y="4115257"/>
                </a:lnTo>
                <a:cubicBezTo>
                  <a:pt x="10659237" y="4219651"/>
                  <a:pt x="10574579" y="4304310"/>
                  <a:pt x="10470185" y="4304310"/>
                </a:cubicBezTo>
                <a:lnTo>
                  <a:pt x="188976" y="4304310"/>
                </a:lnTo>
                <a:cubicBezTo>
                  <a:pt x="84582" y="4304310"/>
                  <a:pt x="0" y="4219651"/>
                  <a:pt x="0" y="4115257"/>
                </a:cubicBezTo>
                <a:lnTo>
                  <a:pt x="0" y="0"/>
                </a:lnTo>
                <a:lnTo>
                  <a:pt x="10659237" y="0"/>
                </a:lnTo>
                <a:close/>
              </a:path>
            </a:pathLst>
          </a:custGeom>
          <a:noFill/>
          <a:ln w="6350" cap="flat">
            <a:gradFill>
              <a:gsLst>
                <a:gs pos="88000">
                  <a:schemeClr val="accent1">
                    <a:alpha val="63000"/>
                  </a:schemeClr>
                </a:gs>
                <a:gs pos="0">
                  <a:schemeClr val="accent1">
                    <a:alpha val="32000"/>
                  </a:schemeClr>
                </a:gs>
              </a:gsLst>
              <a:lin ang="7680000" scaled="1"/>
            </a:gra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l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402" name="任意多边形: 形状 401"/>
          <p:cNvSpPr/>
          <p:nvPr>
            <p:custDataLst>
              <p:tags r:id="rId3"/>
            </p:custDataLst>
          </p:nvPr>
        </p:nvSpPr>
        <p:spPr>
          <a:xfrm>
            <a:off x="942975" y="6024245"/>
            <a:ext cx="10553700" cy="220980"/>
          </a:xfrm>
          <a:custGeom>
            <a:avLst/>
            <a:gdLst>
              <a:gd name="connsiteX0" fmla="*/ 10450297 w 10450296"/>
              <a:gd name="connsiteY0" fmla="*/ 0 h 221284"/>
              <a:gd name="connsiteX1" fmla="*/ 134493 w 10450296"/>
              <a:gd name="connsiteY1" fmla="*/ 0 h 221284"/>
              <a:gd name="connsiteX2" fmla="*/ 134493 w 10450296"/>
              <a:gd name="connsiteY2" fmla="*/ 86791 h 221284"/>
              <a:gd name="connsiteX3" fmla="*/ 0 w 10450296"/>
              <a:gd name="connsiteY3" fmla="*/ 221285 h 221284"/>
              <a:gd name="connsiteX4" fmla="*/ 10304831 w 10450296"/>
              <a:gd name="connsiteY4" fmla="*/ 221285 h 221284"/>
              <a:gd name="connsiteX5" fmla="*/ 10450297 w 10450296"/>
              <a:gd name="connsiteY5" fmla="*/ 75819 h 221284"/>
              <a:gd name="connsiteX6" fmla="*/ 10450297 w 10450296"/>
              <a:gd name="connsiteY6" fmla="*/ 0 h 221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450296" h="221284">
                <a:moveTo>
                  <a:pt x="10450297" y="0"/>
                </a:moveTo>
                <a:lnTo>
                  <a:pt x="134493" y="0"/>
                </a:lnTo>
                <a:lnTo>
                  <a:pt x="134493" y="86791"/>
                </a:lnTo>
                <a:cubicBezTo>
                  <a:pt x="134493" y="161086"/>
                  <a:pt x="74295" y="221285"/>
                  <a:pt x="0" y="221285"/>
                </a:cubicBezTo>
                <a:lnTo>
                  <a:pt x="10304831" y="221285"/>
                </a:lnTo>
                <a:cubicBezTo>
                  <a:pt x="10385145" y="221285"/>
                  <a:pt x="10450297" y="156134"/>
                  <a:pt x="10450297" y="75819"/>
                </a:cubicBezTo>
                <a:lnTo>
                  <a:pt x="10450297" y="0"/>
                </a:lnTo>
                <a:close/>
              </a:path>
            </a:pathLst>
          </a:custGeom>
          <a:gradFill>
            <a:gsLst>
              <a:gs pos="15000">
                <a:schemeClr val="accent1"/>
              </a:gs>
              <a:gs pos="94000">
                <a:schemeClr val="accent1">
                  <a:lumMod val="63000"/>
                  <a:lumOff val="37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96240" tIns="36195" rIns="144145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l">
              <a:buClrTx/>
              <a:buSzTx/>
              <a:buFontTx/>
            </a:pPr>
            <a:endParaRPr lang="zh-CN" altLang="en-US" sz="2400" b="1" spc="100">
              <a:solidFill>
                <a:srgbClr val="FFFFFF"/>
              </a:solidFill>
              <a:uFillTx/>
              <a:sym typeface="+mn-ea"/>
            </a:endParaRPr>
          </a:p>
        </p:txBody>
      </p:sp>
      <p:sp>
        <p:nvSpPr>
          <p:cNvPr id="403" name="任意多边形: 形状 402"/>
          <p:cNvSpPr/>
          <p:nvPr>
            <p:custDataLst>
              <p:tags r:id="rId4"/>
            </p:custDataLst>
          </p:nvPr>
        </p:nvSpPr>
        <p:spPr>
          <a:xfrm>
            <a:off x="695960" y="1421130"/>
            <a:ext cx="10764520" cy="520700"/>
          </a:xfrm>
          <a:custGeom>
            <a:avLst/>
            <a:gdLst>
              <a:gd name="connsiteX0" fmla="*/ 10659237 w 10659236"/>
              <a:gd name="connsiteY0" fmla="*/ 204826 h 520446"/>
              <a:gd name="connsiteX1" fmla="*/ 10659237 w 10659236"/>
              <a:gd name="connsiteY1" fmla="*/ 520446 h 520446"/>
              <a:gd name="connsiteX2" fmla="*/ 0 w 10659236"/>
              <a:gd name="connsiteY2" fmla="*/ 520446 h 520446"/>
              <a:gd name="connsiteX3" fmla="*/ 0 w 10659236"/>
              <a:gd name="connsiteY3" fmla="*/ 0 h 520446"/>
              <a:gd name="connsiteX4" fmla="*/ 10454411 w 10659236"/>
              <a:gd name="connsiteY4" fmla="*/ 0 h 520446"/>
              <a:gd name="connsiteX5" fmla="*/ 10659237 w 10659236"/>
              <a:gd name="connsiteY5" fmla="*/ 204826 h 520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659236" h="520446">
                <a:moveTo>
                  <a:pt x="10659237" y="204826"/>
                </a:moveTo>
                <a:lnTo>
                  <a:pt x="10659237" y="520446"/>
                </a:lnTo>
                <a:lnTo>
                  <a:pt x="0" y="520446"/>
                </a:lnTo>
                <a:lnTo>
                  <a:pt x="0" y="0"/>
                </a:lnTo>
                <a:lnTo>
                  <a:pt x="10454411" y="0"/>
                </a:lnTo>
                <a:cubicBezTo>
                  <a:pt x="10567493" y="0"/>
                  <a:pt x="10659237" y="91669"/>
                  <a:pt x="10659237" y="204826"/>
                </a:cubicBezTo>
                <a:close/>
              </a:path>
            </a:pathLst>
          </a:custGeom>
          <a:noFill/>
          <a:ln w="6350" cap="flat">
            <a:gradFill>
              <a:gsLst>
                <a:gs pos="0">
                  <a:schemeClr val="accent1">
                    <a:alpha val="63000"/>
                  </a:schemeClr>
                </a:gs>
                <a:gs pos="100000">
                  <a:schemeClr val="accent1">
                    <a:alpha val="15000"/>
                  </a:schemeClr>
                </a:gs>
              </a:gsLst>
              <a:lin ang="7680000" scaled="1"/>
            </a:gra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l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0" name="文本框 9"/>
          <p:cNvSpPr txBox="1"/>
          <p:nvPr>
            <p:custDataLst>
              <p:tags r:id="rId5"/>
            </p:custDataLst>
          </p:nvPr>
        </p:nvSpPr>
        <p:spPr>
          <a:xfrm>
            <a:off x="1090295" y="2461895"/>
            <a:ext cx="9992995" cy="3039110"/>
          </a:xfrm>
          <a:prstGeom prst="rect">
            <a:avLst/>
          </a:prstGeom>
          <a:noFill/>
        </p:spPr>
        <p:txBody>
          <a:bodyPr wrap="square" lIns="0" tIns="45720" rIns="91440" bIns="45720" anchor="t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just" fontAlgn="auto">
              <a:lnSpc>
                <a:spcPct val="150000"/>
              </a:lnSpc>
              <a:spcAft>
                <a:spcPts val="800"/>
              </a:spcAft>
            </a:pPr>
            <a:r>
              <a:rPr lang="zh-CN" altLang="en-US" sz="2000" b="1">
                <a:solidFill>
                  <a:schemeClr val="tx1"/>
                </a:solidFill>
              </a:rPr>
              <a:t>次要功能：</a:t>
            </a:r>
            <a:endParaRPr lang="zh-CN" altLang="en-US" sz="2000" b="1">
              <a:solidFill>
                <a:schemeClr val="tx1"/>
              </a:solidFill>
            </a:endParaRPr>
          </a:p>
          <a:p>
            <a:pPr marL="457200" lvl="1" indent="0" algn="just" fontAlgn="auto">
              <a:lnSpc>
                <a:spcPct val="150000"/>
              </a:lnSpc>
              <a:spcAft>
                <a:spcPts val="800"/>
              </a:spcAft>
            </a:pPr>
            <a:r>
              <a:rPr lang="zh-CN" altLang="en-US" sz="2000" b="1">
                <a:ea typeface="华文中宋" panose="02010600040101010101" charset="-122"/>
              </a:rPr>
              <a:t>多语言支持</a:t>
            </a:r>
            <a:r>
              <a:rPr lang="en-US" altLang="zh-CN" sz="2000" b="1">
                <a:ea typeface="华文中宋" panose="02010600040101010101" charset="-122"/>
              </a:rPr>
              <a:t> </a:t>
            </a:r>
            <a:r>
              <a:rPr lang="zh-CN" altLang="en-US" sz="2000" b="1">
                <a:ea typeface="华文中宋" panose="02010600040101010101" charset="-122"/>
              </a:rPr>
              <a:t>：</a:t>
            </a:r>
            <a:r>
              <a:rPr lang="zh-CN" altLang="en-US" sz="2000">
                <a:ea typeface="华文中宋" panose="02010600040101010101" charset="-122"/>
              </a:rPr>
              <a:t>适配中文、英文等主流语言,覆盖跨境购物场景。</a:t>
            </a:r>
            <a:endParaRPr lang="zh-CN" altLang="en-US" sz="2000">
              <a:ea typeface="华文中宋" panose="02010600040101010101" charset="-122"/>
            </a:endParaRPr>
          </a:p>
          <a:p>
            <a:pPr marL="457200" lvl="1" indent="0" algn="just" fontAlgn="auto">
              <a:lnSpc>
                <a:spcPct val="150000"/>
              </a:lnSpc>
              <a:spcAft>
                <a:spcPts val="800"/>
              </a:spcAft>
            </a:pPr>
            <a:r>
              <a:rPr lang="zh-CN" altLang="en-US" sz="2000" b="1">
                <a:ea typeface="华文中宋" panose="02010600040101010101" charset="-122"/>
              </a:rPr>
              <a:t>用户设置</a:t>
            </a:r>
            <a:r>
              <a:rPr lang="en-US" altLang="zh-CN" sz="2000" b="1">
                <a:ea typeface="华文中宋" panose="02010600040101010101" charset="-122"/>
              </a:rPr>
              <a:t> </a:t>
            </a:r>
            <a:r>
              <a:rPr lang="zh-CN" altLang="en-US" sz="2000" b="1">
                <a:ea typeface="华文中宋" panose="02010600040101010101" charset="-122"/>
              </a:rPr>
              <a:t>：</a:t>
            </a:r>
            <a:r>
              <a:rPr lang="zh-CN" altLang="en-US" sz="2000">
                <a:ea typeface="华文中宋" panose="02010600040101010101" charset="-122"/>
              </a:rPr>
              <a:t>支持个性化参数调整等</a:t>
            </a:r>
            <a:r>
              <a:rPr lang="zh-CN" altLang="en-US" sz="1600">
                <a:ea typeface="华文中宋" panose="02010600040101010101" charset="-122"/>
              </a:rPr>
              <a:t>。</a:t>
            </a:r>
            <a:endParaRPr lang="zh-CN" altLang="en-US" sz="1600">
              <a:ea typeface="华文中宋" panose="02010600040101010101" charset="-122"/>
            </a:endParaRPr>
          </a:p>
        </p:txBody>
      </p:sp>
      <p:sp>
        <p:nvSpPr>
          <p:cNvPr id="12" name="圆角矩形 11"/>
          <p:cNvSpPr/>
          <p:nvPr>
            <p:custDataLst>
              <p:tags r:id="rId6"/>
            </p:custDataLst>
          </p:nvPr>
        </p:nvSpPr>
        <p:spPr>
          <a:xfrm>
            <a:off x="10715625" y="1638300"/>
            <a:ext cx="360000" cy="75565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1"/>
              </a:gs>
              <a:gs pos="94000">
                <a:schemeClr val="accent1">
                  <a:lumMod val="63000"/>
                  <a:lumOff val="37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96240" tIns="36195" rIns="144145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l">
              <a:buClrTx/>
              <a:buSzTx/>
              <a:buFontTx/>
            </a:pPr>
            <a:endParaRPr lang="zh-CN" altLang="en-US" sz="2400" b="1" spc="100">
              <a:solidFill>
                <a:srgbClr val="FFFFFF"/>
              </a:solidFill>
              <a:uFillTx/>
              <a:sym typeface="+mn-ea"/>
            </a:endParaRPr>
          </a:p>
        </p:txBody>
      </p:sp>
      <p:sp>
        <p:nvSpPr>
          <p:cNvPr id="13" name="圆角矩形 12"/>
          <p:cNvSpPr/>
          <p:nvPr>
            <p:custDataLst>
              <p:tags r:id="rId7"/>
            </p:custDataLst>
          </p:nvPr>
        </p:nvSpPr>
        <p:spPr>
          <a:xfrm>
            <a:off x="10580370" y="1638300"/>
            <a:ext cx="108000" cy="75565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1"/>
              </a:gs>
              <a:gs pos="94000">
                <a:schemeClr val="accent1">
                  <a:lumMod val="63000"/>
                  <a:lumOff val="37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96240" tIns="36195" rIns="144145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l">
              <a:buClrTx/>
              <a:buSzTx/>
              <a:buFontTx/>
            </a:pPr>
            <a:endParaRPr lang="zh-CN" altLang="en-US" sz="2400" b="1" spc="100">
              <a:solidFill>
                <a:srgbClr val="FFFFFF"/>
              </a:solidFill>
              <a:uFillTx/>
              <a:sym typeface="+mn-ea"/>
            </a:endParaRPr>
          </a:p>
        </p:txBody>
      </p:sp>
      <p:sp>
        <p:nvSpPr>
          <p:cNvPr id="4" name="任意多边形 3"/>
          <p:cNvSpPr/>
          <p:nvPr>
            <p:custDataLst>
              <p:tags r:id="rId8"/>
            </p:custDataLst>
          </p:nvPr>
        </p:nvSpPr>
        <p:spPr>
          <a:xfrm>
            <a:off x="684530" y="1427480"/>
            <a:ext cx="9440545" cy="52197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4867" h="822">
                <a:moveTo>
                  <a:pt x="0" y="0"/>
                </a:moveTo>
                <a:lnTo>
                  <a:pt x="14456" y="0"/>
                </a:lnTo>
                <a:cubicBezTo>
                  <a:pt x="14683" y="0"/>
                  <a:pt x="14867" y="184"/>
                  <a:pt x="14867" y="411"/>
                </a:cubicBezTo>
                <a:cubicBezTo>
                  <a:pt x="14867" y="638"/>
                  <a:pt x="14683" y="822"/>
                  <a:pt x="14456" y="822"/>
                </a:cubicBezTo>
                <a:lnTo>
                  <a:pt x="0" y="822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15000">
                <a:schemeClr val="accent1"/>
              </a:gs>
              <a:gs pos="94000">
                <a:schemeClr val="accent1">
                  <a:lumMod val="63000"/>
                  <a:lumOff val="37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96240" tIns="36195" rIns="144145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l">
              <a:buClrTx/>
              <a:buSzTx/>
              <a:buFontTx/>
            </a:pPr>
            <a:r>
              <a:rPr lang="zh-CN" altLang="en-US" sz="2400" b="1" spc="100">
                <a:solidFill>
                  <a:schemeClr val="lt1"/>
                </a:solidFill>
                <a:uFillTx/>
                <a:sym typeface="+mn-ea"/>
              </a:rPr>
              <a:t>产品功能设计</a:t>
            </a:r>
            <a:endParaRPr lang="zh-CN" altLang="en-US" sz="2400" b="1" spc="100">
              <a:solidFill>
                <a:schemeClr val="lt1"/>
              </a:solidFill>
              <a:uFillTx/>
              <a:sym typeface="+mn-ea"/>
            </a:endParaRPr>
          </a:p>
        </p:txBody>
      </p:sp>
    </p:spTree>
    <p:custDataLst>
      <p:tags r:id="rId9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6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445698" y="267878"/>
            <a:ext cx="9300603" cy="661670"/>
          </a:xfrm>
        </p:spPr>
        <p:txBody>
          <a:bodyPr/>
          <a:lstStyle/>
          <a:p>
            <a:r>
              <a:rPr lang="zh-CN" altLang="en-US">
                <a:sym typeface="+mn-ea"/>
              </a:rPr>
              <a:t>产品设计思路</a:t>
            </a:r>
            <a:r>
              <a:rPr lang="en-US" altLang="zh-CN">
                <a:sym typeface="+mn-ea"/>
              </a:rPr>
              <a:t>-</a:t>
            </a:r>
            <a:r>
              <a:rPr lang="zh-CN" altLang="en-US">
                <a:sym typeface="+mn-ea"/>
              </a:rPr>
              <a:t>产品交互设计</a:t>
            </a:r>
            <a:endParaRPr lang="en-US" altLang="zh-CN">
              <a:sym typeface="+mn-ea"/>
            </a:endParaRPr>
          </a:p>
        </p:txBody>
      </p:sp>
      <p:sp>
        <p:nvSpPr>
          <p:cNvPr id="5" name="图形 3"/>
          <p:cNvSpPr/>
          <p:nvPr>
            <p:custDataLst>
              <p:tags r:id="rId2"/>
            </p:custDataLst>
          </p:nvPr>
        </p:nvSpPr>
        <p:spPr>
          <a:xfrm>
            <a:off x="600710" y="1318895"/>
            <a:ext cx="5554980" cy="4953635"/>
          </a:xfrm>
          <a:custGeom>
            <a:avLst/>
            <a:gdLst>
              <a:gd name="connsiteX0" fmla="*/ 0 w 5656607"/>
              <a:gd name="connsiteY0" fmla="*/ 298931 h 4934454"/>
              <a:gd name="connsiteX1" fmla="*/ 0 w 5656607"/>
              <a:gd name="connsiteY1" fmla="*/ 4635524 h 4934454"/>
              <a:gd name="connsiteX2" fmla="*/ 312591 w 5656607"/>
              <a:gd name="connsiteY2" fmla="*/ 4934455 h 4934454"/>
              <a:gd name="connsiteX3" fmla="*/ 4364164 w 5656607"/>
              <a:gd name="connsiteY3" fmla="*/ 4934455 h 4934454"/>
              <a:gd name="connsiteX4" fmla="*/ 4669709 w 5656607"/>
              <a:gd name="connsiteY4" fmla="*/ 4698646 h 4934454"/>
              <a:gd name="connsiteX5" fmla="*/ 5649438 w 5656607"/>
              <a:gd name="connsiteY5" fmla="*/ 362058 h 4934454"/>
              <a:gd name="connsiteX6" fmla="*/ 5343892 w 5656607"/>
              <a:gd name="connsiteY6" fmla="*/ 0 h 4934454"/>
              <a:gd name="connsiteX7" fmla="*/ 312591 w 5656607"/>
              <a:gd name="connsiteY7" fmla="*/ 0 h 4934454"/>
              <a:gd name="connsiteX8" fmla="*/ 0 w 5656607"/>
              <a:gd name="connsiteY8" fmla="*/ 298931 h 49344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656607" h="4934454">
                <a:moveTo>
                  <a:pt x="0" y="298931"/>
                </a:moveTo>
                <a:lnTo>
                  <a:pt x="0" y="4635524"/>
                </a:lnTo>
                <a:cubicBezTo>
                  <a:pt x="0" y="4800617"/>
                  <a:pt x="139952" y="4934455"/>
                  <a:pt x="312591" y="4934455"/>
                </a:cubicBezTo>
                <a:lnTo>
                  <a:pt x="4364164" y="4934455"/>
                </a:lnTo>
                <a:cubicBezTo>
                  <a:pt x="4511369" y="4934455"/>
                  <a:pt x="4638625" y="4836244"/>
                  <a:pt x="4669709" y="4698646"/>
                </a:cubicBezTo>
                <a:lnTo>
                  <a:pt x="5649438" y="362058"/>
                </a:lnTo>
                <a:cubicBezTo>
                  <a:pt x="5691506" y="175836"/>
                  <a:pt x="5543119" y="0"/>
                  <a:pt x="5343892" y="0"/>
                </a:cubicBezTo>
                <a:lnTo>
                  <a:pt x="312591" y="0"/>
                </a:lnTo>
                <a:cubicBezTo>
                  <a:pt x="139952" y="0"/>
                  <a:pt x="0" y="133836"/>
                  <a:pt x="0" y="298931"/>
                </a:cubicBezTo>
                <a:close/>
              </a:path>
            </a:pathLst>
          </a:custGeom>
          <a:solidFill>
            <a:schemeClr val="accent1"/>
          </a:solidFill>
          <a:ln w="6243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7" name="图形 1"/>
          <p:cNvSpPr/>
          <p:nvPr>
            <p:custDataLst>
              <p:tags r:id="rId3"/>
            </p:custDataLst>
          </p:nvPr>
        </p:nvSpPr>
        <p:spPr>
          <a:xfrm flipH="1" flipV="1">
            <a:off x="5810250" y="1318260"/>
            <a:ext cx="5554980" cy="4953635"/>
          </a:xfrm>
          <a:custGeom>
            <a:avLst/>
            <a:gdLst>
              <a:gd name="connsiteX0" fmla="*/ 0 w 5656607"/>
              <a:gd name="connsiteY0" fmla="*/ 298931 h 4934454"/>
              <a:gd name="connsiteX1" fmla="*/ 0 w 5656607"/>
              <a:gd name="connsiteY1" fmla="*/ 4635524 h 4934454"/>
              <a:gd name="connsiteX2" fmla="*/ 312591 w 5656607"/>
              <a:gd name="connsiteY2" fmla="*/ 4934455 h 4934454"/>
              <a:gd name="connsiteX3" fmla="*/ 4364164 w 5656607"/>
              <a:gd name="connsiteY3" fmla="*/ 4934455 h 4934454"/>
              <a:gd name="connsiteX4" fmla="*/ 4669709 w 5656607"/>
              <a:gd name="connsiteY4" fmla="*/ 4698646 h 4934454"/>
              <a:gd name="connsiteX5" fmla="*/ 5649438 w 5656607"/>
              <a:gd name="connsiteY5" fmla="*/ 362058 h 4934454"/>
              <a:gd name="connsiteX6" fmla="*/ 5343892 w 5656607"/>
              <a:gd name="connsiteY6" fmla="*/ 0 h 4934454"/>
              <a:gd name="connsiteX7" fmla="*/ 312591 w 5656607"/>
              <a:gd name="connsiteY7" fmla="*/ 0 h 4934454"/>
              <a:gd name="connsiteX8" fmla="*/ 0 w 5656607"/>
              <a:gd name="connsiteY8" fmla="*/ 298931 h 49344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656607" h="4934454">
                <a:moveTo>
                  <a:pt x="0" y="298931"/>
                </a:moveTo>
                <a:lnTo>
                  <a:pt x="0" y="4635524"/>
                </a:lnTo>
                <a:cubicBezTo>
                  <a:pt x="0" y="4800617"/>
                  <a:pt x="139952" y="4934455"/>
                  <a:pt x="312591" y="4934455"/>
                </a:cubicBezTo>
                <a:lnTo>
                  <a:pt x="4364164" y="4934455"/>
                </a:lnTo>
                <a:cubicBezTo>
                  <a:pt x="4511369" y="4934455"/>
                  <a:pt x="4638625" y="4836244"/>
                  <a:pt x="4669709" y="4698646"/>
                </a:cubicBezTo>
                <a:lnTo>
                  <a:pt x="5649438" y="362058"/>
                </a:lnTo>
                <a:cubicBezTo>
                  <a:pt x="5691506" y="175836"/>
                  <a:pt x="5543119" y="0"/>
                  <a:pt x="5343892" y="0"/>
                </a:cubicBezTo>
                <a:lnTo>
                  <a:pt x="312591" y="0"/>
                </a:lnTo>
                <a:cubicBezTo>
                  <a:pt x="139952" y="0"/>
                  <a:pt x="0" y="133836"/>
                  <a:pt x="0" y="298931"/>
                </a:cubicBezTo>
                <a:close/>
              </a:path>
            </a:pathLst>
          </a:custGeom>
          <a:solidFill>
            <a:schemeClr val="tx1">
              <a:lumMod val="40000"/>
              <a:lumOff val="60000"/>
              <a:alpha val="15000"/>
            </a:schemeClr>
          </a:solidFill>
          <a:ln w="6243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8" name="矩形 10"/>
          <p:cNvSpPr/>
          <p:nvPr>
            <p:custDataLst>
              <p:tags r:id="rId4"/>
            </p:custDataLst>
          </p:nvPr>
        </p:nvSpPr>
        <p:spPr>
          <a:xfrm>
            <a:off x="800200" y="2316889"/>
            <a:ext cx="4424422" cy="319214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500" b="1">
                <a:ln>
                  <a:noFill/>
                  <a:prstDash val="sysDot"/>
                </a:ln>
                <a:solidFill>
                  <a:srgbClr val="FFFF00"/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快应用平台</a:t>
            </a:r>
            <a:r>
              <a:rPr lang="zh-CN" altLang="en-US" sz="1500" b="1">
                <a:ln>
                  <a:noFill/>
                  <a:prstDash val="sysDot"/>
                </a:ln>
                <a:solidFill>
                  <a:srgbClr val="FFFFFF"/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:</a:t>
            </a:r>
            <a:r>
              <a:rPr lang="zh-CN" sz="1500">
                <a:ln>
                  <a:noFill/>
                  <a:prstDash val="sysDot"/>
                </a:ln>
                <a:solidFill>
                  <a:srgbClr val="FFFFFF"/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打开应用</a:t>
            </a:r>
            <a:r>
              <a:rPr lang="en-US" altLang="zh-CN" sz="1500">
                <a:ln>
                  <a:noFill/>
                  <a:prstDash val="sysDot"/>
                </a:ln>
                <a:solidFill>
                  <a:srgbClr val="FFFFFF"/>
                </a:solidFill>
                <a:latin typeface="华文中宋" panose="02010600040101010101" charset="-122"/>
                <a:ea typeface="+mn-lt"/>
                <a:cs typeface="+mn-ea"/>
              </a:rPr>
              <a:t> → </a:t>
            </a:r>
            <a:r>
              <a:rPr lang="en-US" altLang="zh-CN" sz="1500" err="1">
                <a:ln>
                  <a:noFill/>
                  <a:prstDash val="sysDot"/>
                </a:ln>
                <a:solidFill>
                  <a:srgbClr val="FFFFFF"/>
                </a:solidFill>
                <a:latin typeface="华文中宋" panose="02010600040101010101" charset="-122"/>
                <a:ea typeface="+mn-lt"/>
                <a:cs typeface="+mn-ea"/>
              </a:rPr>
              <a:t>用户进行</a:t>
            </a:r>
            <a:r>
              <a:rPr lang="en-US" altLang="zh-CN" sz="1500" b="1" err="1">
                <a:ln>
                  <a:noFill/>
                  <a:prstDash val="sysDot"/>
                </a:ln>
                <a:solidFill>
                  <a:srgbClr val="FFFFFF"/>
                </a:solidFill>
                <a:latin typeface="华文中宋" panose="02010600040101010101" charset="-122"/>
                <a:ea typeface="+mn-lt"/>
                <a:cs typeface="+mn-ea"/>
              </a:rPr>
              <a:t>单模态输入或多模态输入</a:t>
            </a:r>
            <a:r>
              <a:rPr lang="en-US" altLang="zh-CN" sz="1500">
                <a:ln>
                  <a:noFill/>
                  <a:prstDash val="sysDot"/>
                </a:ln>
                <a:solidFill>
                  <a:srgbClr val="FFFFFF"/>
                </a:solidFill>
                <a:latin typeface="华文中宋" panose="02010600040101010101" charset="-122"/>
                <a:ea typeface="+mn-lt"/>
                <a:cs typeface="+mn-ea"/>
              </a:rPr>
              <a:t>→ </a:t>
            </a:r>
            <a:r>
              <a:rPr lang="zh-CN" sz="1500">
                <a:ln>
                  <a:noFill/>
                  <a:prstDash val="sysDot"/>
                </a:ln>
                <a:solidFill>
                  <a:srgbClr val="FFFFFF"/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上传内容</a:t>
            </a:r>
            <a:r>
              <a:rPr lang="en-US" altLang="zh-CN" sz="1500">
                <a:ln>
                  <a:noFill/>
                  <a:prstDash val="sysDot"/>
                </a:ln>
                <a:solidFill>
                  <a:srgbClr val="FFFFFF"/>
                </a:solidFill>
                <a:latin typeface="华文中宋" panose="02010600040101010101" charset="-122"/>
                <a:ea typeface="+mn-lt"/>
                <a:cs typeface="+mn-ea"/>
              </a:rPr>
              <a:t> → </a:t>
            </a:r>
            <a:r>
              <a:rPr lang="en-US" altLang="zh-CN" sz="1500" err="1">
                <a:ln>
                  <a:noFill/>
                  <a:prstDash val="sysDot"/>
                </a:ln>
                <a:solidFill>
                  <a:srgbClr val="FFFFFF"/>
                </a:solidFill>
                <a:latin typeface="Gill Sans MT" panose="020B0502020104020203"/>
                <a:ea typeface="华文中宋" panose="02010600040101010101" charset="-122"/>
                <a:cs typeface="+mn-ea"/>
              </a:rPr>
              <a:t>智能体</a:t>
            </a:r>
            <a:r>
              <a:rPr lang="en-US" altLang="zh-CN" sz="1500" b="1" err="1">
                <a:ln>
                  <a:noFill/>
                  <a:prstDash val="sysDot"/>
                </a:ln>
                <a:solidFill>
                  <a:srgbClr val="FFFFFF"/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自动生成</a:t>
            </a:r>
            <a:r>
              <a:rPr lang="zh-CN" altLang="en-US" sz="1500" b="1">
                <a:ln>
                  <a:noFill/>
                  <a:prstDash val="sysDot"/>
                </a:ln>
                <a:solidFill>
                  <a:srgbClr val="FFFFFF"/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详细分析和建议</a:t>
            </a:r>
            <a:r>
              <a:rPr lang="zh-CN" altLang="en-US" sz="1500">
                <a:ln>
                  <a:noFill/>
                  <a:prstDash val="sysDot"/>
                </a:ln>
                <a:solidFill>
                  <a:srgbClr val="FFFFFF"/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。用户可以进行</a:t>
            </a:r>
            <a:r>
              <a:rPr lang="zh-CN" altLang="en-US" sz="1500" b="1">
                <a:ln>
                  <a:noFill/>
                  <a:prstDash val="sysDot"/>
                </a:ln>
                <a:solidFill>
                  <a:srgbClr val="FFFFFF"/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切换历史对话</a:t>
            </a:r>
            <a:r>
              <a:rPr lang="zh-CN" altLang="en-US" sz="1500">
                <a:ln>
                  <a:noFill/>
                  <a:prstDash val="sysDot"/>
                </a:ln>
                <a:solidFill>
                  <a:srgbClr val="FFFFFF"/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和</a:t>
            </a:r>
            <a:r>
              <a:rPr lang="zh-CN" altLang="en-US" sz="1500" b="1">
                <a:ln>
                  <a:noFill/>
                  <a:prstDash val="sysDot"/>
                </a:ln>
                <a:solidFill>
                  <a:srgbClr val="FFFFFF"/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展开新的对话</a:t>
            </a:r>
            <a:r>
              <a:rPr lang="zh-CN" altLang="en-US" sz="1500">
                <a:ln>
                  <a:noFill/>
                  <a:prstDash val="sysDot"/>
                </a:ln>
                <a:solidFill>
                  <a:srgbClr val="FFFFFF"/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等二次操作。</a:t>
            </a:r>
            <a:endParaRPr lang="zh-CN" altLang="en-US" sz="1500">
              <a:ln>
                <a:noFill/>
                <a:prstDash val="sysDot"/>
              </a:ln>
              <a:solidFill>
                <a:srgbClr val="FFFFFF"/>
              </a:solidFill>
              <a:latin typeface="华文中宋" panose="02010600040101010101" charset="-122"/>
              <a:ea typeface="华文中宋" panose="02010600040101010101" charset="-122"/>
              <a:cs typeface="+mn-ea"/>
            </a:endParaRPr>
          </a:p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500" b="1">
                <a:ln>
                  <a:noFill/>
                  <a:prstDash val="sysDot"/>
                </a:ln>
                <a:solidFill>
                  <a:srgbClr val="FFFF00"/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WebAPP</a:t>
            </a:r>
            <a:r>
              <a:rPr lang="en-US" altLang="zh-CN" sz="1500">
                <a:ln>
                  <a:noFill/>
                  <a:prstDash val="sysDot"/>
                </a:ln>
                <a:solidFill>
                  <a:srgbClr val="FFFFFF"/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:</a:t>
            </a:r>
            <a:r>
              <a:rPr lang="zh-CN" altLang="en-US" sz="1500">
                <a:ln>
                  <a:noFill/>
                  <a:prstDash val="sysDot"/>
                </a:ln>
                <a:solidFill>
                  <a:srgbClr val="FFFFFF"/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打开助手网址</a:t>
            </a:r>
            <a:r>
              <a:rPr lang="en-US" altLang="zh-CN" sz="1500">
                <a:ln>
                  <a:noFill/>
                  <a:prstDash val="sysDot"/>
                </a:ln>
                <a:solidFill>
                  <a:srgbClr val="FFFFFF"/>
                </a:solidFill>
                <a:ea typeface="+mn-lt"/>
                <a:cs typeface="+mn-ea"/>
              </a:rPr>
              <a:t>→</a:t>
            </a:r>
            <a:r>
              <a:rPr lang="en-US" sz="1500" err="1">
                <a:ln>
                  <a:noFill/>
                  <a:prstDash val="sysDot"/>
                </a:ln>
                <a:solidFill>
                  <a:srgbClr val="FFFFFF"/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用户进行</a:t>
            </a:r>
            <a:r>
              <a:rPr lang="en-US" sz="1500" b="1" err="1">
                <a:ln>
                  <a:noFill/>
                  <a:prstDash val="sysDot"/>
                </a:ln>
                <a:solidFill>
                  <a:srgbClr val="FFFFFF"/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单模态输入或多模态输入</a:t>
            </a:r>
            <a:r>
              <a:rPr lang="en-US" sz="1500">
                <a:ln>
                  <a:noFill/>
                  <a:prstDash val="sysDot"/>
                </a:ln>
                <a:solidFill>
                  <a:srgbClr val="FFFFFF"/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→ </a:t>
            </a:r>
            <a:r>
              <a:rPr lang="zh-CN" sz="1500">
                <a:ln>
                  <a:noFill/>
                  <a:prstDash val="sysDot"/>
                </a:ln>
                <a:solidFill>
                  <a:srgbClr val="FFFFFF"/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上传内容</a:t>
            </a:r>
            <a:r>
              <a:rPr lang="en-US" sz="1500">
                <a:ln>
                  <a:noFill/>
                  <a:prstDash val="sysDot"/>
                </a:ln>
                <a:solidFill>
                  <a:srgbClr val="FFFFFF"/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 → </a:t>
            </a:r>
            <a:r>
              <a:rPr lang="zh-CN" altLang="en-US" sz="1500">
                <a:ln>
                  <a:noFill/>
                  <a:prstDash val="sysDot"/>
                </a:ln>
                <a:solidFill>
                  <a:srgbClr val="FFFFFF"/>
                </a:solidFill>
                <a:latin typeface="Gill Sans MT" panose="020B0502020104020203"/>
                <a:ea typeface="华文中宋" panose="02010600040101010101" charset="-122"/>
                <a:cs typeface="+mn-ea"/>
              </a:rPr>
              <a:t>智能体</a:t>
            </a:r>
            <a:r>
              <a:rPr lang="zh-CN" altLang="en-US" sz="1500" b="1">
                <a:ln>
                  <a:noFill/>
                  <a:prstDash val="sysDot"/>
                </a:ln>
                <a:solidFill>
                  <a:srgbClr val="FFFFFF"/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自动生成</a:t>
            </a:r>
            <a:r>
              <a:rPr lang="zh-CN" sz="1500" b="1">
                <a:ln>
                  <a:noFill/>
                  <a:prstDash val="sysDot"/>
                </a:ln>
                <a:solidFill>
                  <a:srgbClr val="FFFFFF"/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详细分析和建议</a:t>
            </a:r>
            <a:r>
              <a:rPr lang="zh-CN" sz="1500">
                <a:ln>
                  <a:noFill/>
                  <a:prstDash val="sysDot"/>
                </a:ln>
                <a:solidFill>
                  <a:srgbClr val="FFFFFF"/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。用</a:t>
            </a:r>
            <a:r>
              <a:rPr lang="zh-CN" altLang="en-US" sz="1500">
                <a:ln>
                  <a:noFill/>
                  <a:prstDash val="sysDot"/>
                </a:ln>
                <a:solidFill>
                  <a:srgbClr val="FFFFFF"/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户可以进行</a:t>
            </a:r>
            <a:r>
              <a:rPr lang="zh-CN" altLang="en-US" sz="1500" b="1">
                <a:ln>
                  <a:noFill/>
                  <a:prstDash val="sysDot"/>
                </a:ln>
                <a:solidFill>
                  <a:srgbClr val="FFFFFF"/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展开新的对话</a:t>
            </a:r>
            <a:r>
              <a:rPr lang="zh-CN" altLang="en-US" sz="1500">
                <a:ln>
                  <a:noFill/>
                  <a:prstDash val="sysDot"/>
                </a:ln>
                <a:solidFill>
                  <a:srgbClr val="FFFFFF"/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等二次操作。</a:t>
            </a:r>
            <a:endParaRPr lang="en-US" altLang="zh-CN" sz="1500">
              <a:ln>
                <a:noFill/>
                <a:prstDash val="sysDot"/>
              </a:ln>
              <a:solidFill>
                <a:srgbClr val="FFFFFF"/>
              </a:solidFill>
              <a:latin typeface="华文中宋" panose="02010600040101010101" charset="-122"/>
              <a:ea typeface="华文中宋" panose="02010600040101010101" charset="-122"/>
              <a:cs typeface="+mn-ea"/>
            </a:endParaRPr>
          </a:p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500" b="1">
                <a:ln>
                  <a:noFill/>
                  <a:prstDash val="sysDot"/>
                </a:ln>
                <a:solidFill>
                  <a:srgbClr val="FFFF00"/>
                </a:solidFill>
                <a:latin typeface="华文中宋" panose="02010600040101010101" charset="-122"/>
                <a:ea typeface="华文中宋" panose="02010600040101010101" charset="-122"/>
              </a:rPr>
              <a:t>本地部署:</a:t>
            </a:r>
            <a:r>
              <a:rPr lang="zh-CN" altLang="en-US" sz="1500">
                <a:ln>
                  <a:noFill/>
                  <a:prstDash val="sysDot"/>
                </a:ln>
                <a:solidFill>
                  <a:srgbClr val="FFFFFF"/>
                </a:solidFill>
                <a:latin typeface="华文中宋" panose="02010600040101010101" charset="-122"/>
                <a:ea typeface="华文中宋" panose="02010600040101010101" charset="-122"/>
              </a:rPr>
              <a:t>根据文档指引</a:t>
            </a:r>
            <a:r>
              <a:rPr lang="zh-CN" altLang="en-US" sz="1500" b="1">
                <a:ln>
                  <a:noFill/>
                  <a:prstDash val="sysDot"/>
                </a:ln>
                <a:solidFill>
                  <a:srgbClr val="FFFFFF"/>
                </a:solidFill>
                <a:latin typeface="华文中宋" panose="02010600040101010101" charset="-122"/>
                <a:ea typeface="华文中宋" panose="02010600040101010101" charset="-122"/>
              </a:rPr>
              <a:t>部署前后端服务器</a:t>
            </a:r>
            <a:r>
              <a:rPr lang="en-US" altLang="zh-CN" sz="1500">
                <a:ln>
                  <a:noFill/>
                  <a:prstDash val="sysDot"/>
                </a:ln>
                <a:solidFill>
                  <a:srgbClr val="FFFFFF"/>
                </a:solidFill>
                <a:latin typeface="Gill Sans MT" panose="020B0502020104020203"/>
                <a:ea typeface="+mn-lt"/>
              </a:rPr>
              <a:t>→</a:t>
            </a:r>
            <a:r>
              <a:rPr lang="zh-CN" sz="1500">
                <a:ln>
                  <a:noFill/>
                  <a:prstDash val="sysDot"/>
                </a:ln>
                <a:solidFill>
                  <a:srgbClr val="FFFFFF"/>
                </a:solidFill>
                <a:latin typeface="华文中宋" panose="02010600040101010101" charset="-122"/>
                <a:ea typeface="华文中宋" panose="02010600040101010101" charset="-122"/>
              </a:rPr>
              <a:t>打开</a:t>
            </a:r>
            <a:r>
              <a:rPr lang="zh-CN" sz="1500" b="1">
                <a:ln>
                  <a:noFill/>
                  <a:prstDash val="sysDot"/>
                </a:ln>
                <a:solidFill>
                  <a:srgbClr val="FFFFFF"/>
                </a:solidFill>
                <a:latin typeface="华文中宋" panose="02010600040101010101" charset="-122"/>
                <a:ea typeface="华文中宋" panose="02010600040101010101" charset="-122"/>
              </a:rPr>
              <a:t>本地</a:t>
            </a:r>
            <a:r>
              <a:rPr lang="zh-CN" altLang="en-US" sz="1500" b="1">
                <a:ln>
                  <a:noFill/>
                  <a:prstDash val="sysDot"/>
                </a:ln>
                <a:solidFill>
                  <a:srgbClr val="FFFFFF"/>
                </a:solidFill>
                <a:latin typeface="华文中宋" panose="02010600040101010101" charset="-122"/>
                <a:ea typeface="华文中宋" panose="02010600040101010101" charset="-122"/>
              </a:rPr>
              <a:t>前端</a:t>
            </a:r>
            <a:r>
              <a:rPr lang="zh-CN" sz="1500" b="1">
                <a:ln>
                  <a:noFill/>
                  <a:prstDash val="sysDot"/>
                </a:ln>
                <a:solidFill>
                  <a:srgbClr val="FFFFFF"/>
                </a:solidFill>
                <a:latin typeface="华文中宋" panose="02010600040101010101" charset="-122"/>
                <a:ea typeface="华文中宋" panose="02010600040101010101" charset="-122"/>
              </a:rPr>
              <a:t>网址</a:t>
            </a:r>
            <a:r>
              <a:rPr lang="zh-CN" sz="1500">
                <a:ln>
                  <a:noFill/>
                  <a:prstDash val="sysDot"/>
                </a:ln>
                <a:solidFill>
                  <a:srgbClr val="FFFFFF"/>
                </a:solidFill>
                <a:latin typeface="华文中宋" panose="02010600040101010101" charset="-122"/>
                <a:ea typeface="华文中宋" panose="02010600040101010101" charset="-122"/>
              </a:rPr>
              <a:t>和</a:t>
            </a:r>
            <a:r>
              <a:rPr lang="zh-CN" sz="1500" b="1">
                <a:ln>
                  <a:noFill/>
                  <a:prstDash val="sysDot"/>
                </a:ln>
                <a:solidFill>
                  <a:srgbClr val="FFFFFF"/>
                </a:solidFill>
                <a:latin typeface="华文中宋" panose="02010600040101010101" charset="-122"/>
                <a:ea typeface="华文中宋" panose="02010600040101010101" charset="-122"/>
              </a:rPr>
              <a:t>后端</a:t>
            </a:r>
            <a:r>
              <a:rPr lang="zh-CN" altLang="en-US" sz="1500" b="1">
                <a:ln>
                  <a:noFill/>
                  <a:prstDash val="sysDot"/>
                </a:ln>
                <a:solidFill>
                  <a:srgbClr val="FFFFFF"/>
                </a:solidFill>
                <a:latin typeface="华文中宋" panose="02010600040101010101" charset="-122"/>
                <a:ea typeface="华文中宋" panose="02010600040101010101" charset="-122"/>
              </a:rPr>
              <a:t>服务器</a:t>
            </a:r>
            <a:r>
              <a:rPr lang="en-US" altLang="zh-CN" sz="1500">
                <a:ln>
                  <a:noFill/>
                  <a:prstDash val="sysDot"/>
                </a:ln>
                <a:solidFill>
                  <a:srgbClr val="FFFFFF"/>
                </a:solidFill>
                <a:latin typeface="华文中宋" panose="02010600040101010101" charset="-122"/>
                <a:ea typeface="+mn-lt"/>
              </a:rPr>
              <a:t>→ </a:t>
            </a:r>
            <a:r>
              <a:rPr lang="zh-CN" altLang="en-US" sz="1500">
                <a:ln>
                  <a:noFill/>
                  <a:prstDash val="sysDot"/>
                </a:ln>
                <a:solidFill>
                  <a:srgbClr val="FFFFFF"/>
                </a:solidFill>
                <a:ea typeface="+mn-lt"/>
              </a:rPr>
              <a:t>用户进行</a:t>
            </a:r>
            <a:r>
              <a:rPr lang="zh-CN" altLang="en-US" sz="1500" b="1">
                <a:ln>
                  <a:noFill/>
                  <a:prstDash val="sysDot"/>
                </a:ln>
                <a:solidFill>
                  <a:srgbClr val="FFFFFF"/>
                </a:solidFill>
                <a:ea typeface="+mn-lt"/>
              </a:rPr>
              <a:t>单模态输入或多模态输入</a:t>
            </a:r>
            <a:r>
              <a:rPr lang="en-US" altLang="zh-CN" sz="1500">
                <a:ln>
                  <a:noFill/>
                  <a:prstDash val="sysDot"/>
                </a:ln>
                <a:solidFill>
                  <a:srgbClr val="FFFFFF"/>
                </a:solidFill>
                <a:ea typeface="+mn-lt"/>
              </a:rPr>
              <a:t>→ </a:t>
            </a:r>
            <a:r>
              <a:rPr lang="zh-CN" sz="1500">
                <a:ln>
                  <a:noFill/>
                  <a:prstDash val="sysDot"/>
                </a:ln>
                <a:solidFill>
                  <a:srgbClr val="FFFFFF"/>
                </a:solidFill>
                <a:latin typeface="华文中宋" panose="02010600040101010101" charset="-122"/>
                <a:ea typeface="华文中宋" panose="02010600040101010101" charset="-122"/>
              </a:rPr>
              <a:t>上传内容</a:t>
            </a:r>
            <a:r>
              <a:rPr lang="en-US" altLang="zh-CN" sz="1500">
                <a:ln>
                  <a:noFill/>
                  <a:prstDash val="sysDot"/>
                </a:ln>
                <a:solidFill>
                  <a:srgbClr val="FFFFFF"/>
                </a:solidFill>
                <a:ea typeface="+mn-lt"/>
              </a:rPr>
              <a:t> →</a:t>
            </a:r>
            <a:r>
              <a:rPr lang="en-US" sz="1500" err="1">
                <a:ln>
                  <a:noFill/>
                  <a:prstDash val="sysDot"/>
                </a:ln>
                <a:solidFill>
                  <a:srgbClr val="FFFFFF"/>
                </a:solidFill>
                <a:ea typeface="+mn-lt"/>
              </a:rPr>
              <a:t>智能体</a:t>
            </a:r>
            <a:r>
              <a:rPr lang="zh-CN" altLang="en-US" sz="1500" b="1">
                <a:ln>
                  <a:noFill/>
                  <a:prstDash val="sysDot"/>
                </a:ln>
                <a:solidFill>
                  <a:srgbClr val="FFFFFF"/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自动生成</a:t>
            </a:r>
            <a:r>
              <a:rPr lang="zh-CN" altLang="en-US" sz="1500" b="1">
                <a:ln>
                  <a:noFill/>
                  <a:prstDash val="sysDot"/>
                </a:ln>
                <a:solidFill>
                  <a:srgbClr val="FFFFFF"/>
                </a:solidFill>
                <a:latin typeface="华文中宋" panose="02010600040101010101" charset="-122"/>
                <a:ea typeface="华文中宋" panose="02010600040101010101" charset="-122"/>
              </a:rPr>
              <a:t>详细分析和建议</a:t>
            </a:r>
            <a:r>
              <a:rPr lang="zh-CN" sz="1500">
                <a:ln>
                  <a:noFill/>
                  <a:prstDash val="sysDot"/>
                </a:ln>
                <a:solidFill>
                  <a:srgbClr val="FFFFFF"/>
                </a:solidFill>
                <a:latin typeface="华文中宋" panose="02010600040101010101" charset="-122"/>
                <a:ea typeface="华文中宋" panose="02010600040101010101" charset="-122"/>
              </a:rPr>
              <a:t>。用户可以进行</a:t>
            </a:r>
            <a:r>
              <a:rPr lang="zh-CN" sz="1500" b="1">
                <a:ln>
                  <a:noFill/>
                  <a:prstDash val="sysDot"/>
                </a:ln>
                <a:solidFill>
                  <a:srgbClr val="FFFFFF"/>
                </a:solidFill>
                <a:latin typeface="华文中宋" panose="02010600040101010101" charset="-122"/>
                <a:ea typeface="华文中宋" panose="02010600040101010101" charset="-122"/>
              </a:rPr>
              <a:t>展开新的对话</a:t>
            </a:r>
            <a:r>
              <a:rPr lang="zh-CN" sz="1500">
                <a:ln>
                  <a:noFill/>
                  <a:prstDash val="sysDot"/>
                </a:ln>
                <a:solidFill>
                  <a:srgbClr val="FFFFFF"/>
                </a:solidFill>
                <a:latin typeface="华文中宋" panose="02010600040101010101" charset="-122"/>
                <a:ea typeface="华文中宋" panose="02010600040101010101" charset="-122"/>
              </a:rPr>
              <a:t>等二次操作。</a:t>
            </a:r>
            <a:endParaRPr lang="zh-CN" altLang="en-US" sz="1500" b="1">
              <a:ln>
                <a:noFill/>
                <a:prstDash val="sysDot"/>
              </a:ln>
              <a:solidFill>
                <a:srgbClr val="FFFF00"/>
              </a:solidFill>
              <a:latin typeface="华文中宋" panose="02010600040101010101" charset="-122"/>
              <a:ea typeface="华文中宋" panose="02010600040101010101" charset="-122"/>
            </a:endParaRPr>
          </a:p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lang="zh-CN" altLang="en-US" sz="1500">
              <a:ln>
                <a:noFill/>
                <a:prstDash val="sysDot"/>
              </a:ln>
              <a:solidFill>
                <a:srgbClr val="FFFFFF"/>
              </a:solidFill>
              <a:latin typeface="华文中宋" panose="02010600040101010101" charset="-122"/>
              <a:ea typeface="华文中宋" panose="02010600040101010101" charset="-122"/>
              <a:cs typeface="+mn-ea"/>
            </a:endParaRPr>
          </a:p>
        </p:txBody>
      </p:sp>
      <p:sp>
        <p:nvSpPr>
          <p:cNvPr id="9" name="矩形 11"/>
          <p:cNvSpPr/>
          <p:nvPr>
            <p:custDataLst>
              <p:tags r:id="rId5"/>
            </p:custDataLst>
          </p:nvPr>
        </p:nvSpPr>
        <p:spPr>
          <a:xfrm>
            <a:off x="6855460" y="2700655"/>
            <a:ext cx="4317365" cy="319214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500" b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极简操作</a:t>
            </a:r>
            <a:r>
              <a:rPr lang="en-US" altLang="zh-CN" sz="150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:</a:t>
            </a:r>
            <a:r>
              <a:rPr lang="zh-CN" altLang="en-US" sz="1500" u="sng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三步内</a:t>
            </a:r>
            <a:r>
              <a:rPr lang="zh-CN" altLang="en-US" sz="150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完成分析</a:t>
            </a:r>
            <a:r>
              <a:rPr lang="en-US" altLang="zh-CN" sz="150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(</a:t>
            </a:r>
            <a:r>
              <a:rPr lang="zh-CN" altLang="en-US" sz="150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上传</a:t>
            </a:r>
            <a:r>
              <a:rPr lang="en-US" altLang="zh-CN" sz="150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 → </a:t>
            </a:r>
            <a:r>
              <a:rPr lang="zh-CN" altLang="en-US" sz="150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等待</a:t>
            </a:r>
            <a:r>
              <a:rPr lang="en-US" altLang="zh-CN" sz="150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 → </a:t>
            </a:r>
            <a:r>
              <a:rPr lang="zh-CN" altLang="en-US" sz="150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查看结果</a:t>
            </a:r>
            <a:r>
              <a:rPr lang="en-US" altLang="zh-CN" sz="150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),</a:t>
            </a:r>
            <a:r>
              <a:rPr lang="zh-CN" altLang="en-US" sz="150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降低用户使用门槛。</a:t>
            </a:r>
            <a:endParaRPr lang="en-US" altLang="zh-CN" sz="150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华文中宋" panose="02010600040101010101" charset="-122"/>
              <a:ea typeface="华文中宋" panose="02010600040101010101" charset="-122"/>
              <a:cs typeface="+mn-ea"/>
            </a:endParaRPr>
          </a:p>
          <a:p>
            <a:pPr algn="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zh-CN" sz="1500" b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可视化风险评估</a:t>
            </a:r>
            <a:r>
              <a:rPr lang="en-US" altLang="zh-CN" sz="1500" b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:</a:t>
            </a:r>
            <a:r>
              <a:rPr lang="en-US" altLang="zh-CN" sz="150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0-10</a:t>
            </a:r>
            <a:r>
              <a:rPr lang="zh-CN" altLang="en-US" sz="150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 星直观展示诈骗风险（</a:t>
            </a:r>
            <a:r>
              <a:rPr lang="en-US" altLang="zh-CN" sz="150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0</a:t>
            </a:r>
            <a:r>
              <a:rPr lang="zh-CN" altLang="en-US" sz="150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 星可信，</a:t>
            </a:r>
            <a:r>
              <a:rPr lang="en-US" altLang="zh-CN" sz="150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10</a:t>
            </a:r>
            <a:r>
              <a:rPr lang="zh-CN" altLang="en-US" sz="150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 星高危）。</a:t>
            </a:r>
            <a:r>
              <a:rPr lang="zh-CN" altLang="en-US" sz="1500" u="sng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自动标注</a:t>
            </a:r>
            <a:r>
              <a:rPr lang="zh-CN" altLang="en-US" sz="150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 “低价诱骗”“虚假宣传”“私下交易” 等</a:t>
            </a:r>
            <a:r>
              <a:rPr lang="zh-CN" altLang="en-US" sz="1500" u="sng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具体风险类型</a:t>
            </a:r>
            <a:r>
              <a:rPr lang="zh-CN" altLang="en-US" sz="150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。智能给出应对建议，如"不要转账"、"联系警察"、"仔细鉴别".</a:t>
            </a:r>
            <a:endParaRPr lang="zh-CN" altLang="en-US" sz="150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华文中宋" panose="02010600040101010101" charset="-122"/>
              <a:ea typeface="华文中宋" panose="02010600040101010101" charset="-122"/>
              <a:cs typeface="+mn-ea"/>
            </a:endParaRPr>
          </a:p>
          <a:p>
            <a:pPr algn="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zh-CN" sz="1500" b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引导式交互</a:t>
            </a:r>
            <a:r>
              <a:rPr lang="en-US" altLang="zh-CN" sz="150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:</a:t>
            </a:r>
            <a:r>
              <a:rPr lang="zh-CN" altLang="en-US" sz="150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分析结果自动推荐下一步操作</a:t>
            </a:r>
            <a:r>
              <a:rPr lang="en-US" altLang="zh-CN" sz="150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(</a:t>
            </a:r>
            <a:r>
              <a:rPr lang="zh-CN" altLang="en-US" sz="150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如</a:t>
            </a:r>
            <a:r>
              <a:rPr lang="en-US" altLang="zh-CN" sz="150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 </a:t>
            </a:r>
            <a:r>
              <a:rPr lang="zh-CN" altLang="en-US" sz="150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“要不要进一步分析两者差异</a:t>
            </a:r>
            <a:r>
              <a:rPr lang="en-US" altLang="zh-CN" sz="150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?</a:t>
            </a:r>
            <a:r>
              <a:rPr lang="zh-CN" altLang="en-US" sz="150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”</a:t>
            </a:r>
            <a:r>
              <a:rPr lang="en-US" altLang="zh-CN" sz="150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),</a:t>
            </a:r>
            <a:r>
              <a:rPr lang="zh-CN" altLang="en-US" sz="150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提升用户粘性。</a:t>
            </a:r>
            <a:endParaRPr lang="zh-CN" altLang="en-US" sz="150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华文中宋" panose="02010600040101010101" charset="-122"/>
              <a:ea typeface="华文中宋" panose="02010600040101010101" charset="-122"/>
              <a:cs typeface="+mn-ea"/>
            </a:endParaRPr>
          </a:p>
        </p:txBody>
      </p:sp>
      <p:pic>
        <p:nvPicPr>
          <p:cNvPr id="13" name="图形 9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183505" y="1729105"/>
            <a:ext cx="549275" cy="734695"/>
          </a:xfrm>
          <a:prstGeom prst="rect">
            <a:avLst/>
          </a:prstGeom>
        </p:spPr>
      </p:pic>
      <p:sp>
        <p:nvSpPr>
          <p:cNvPr id="14" name="标题"/>
          <p:cNvSpPr txBox="1"/>
          <p:nvPr>
            <p:custDataLst>
              <p:tags r:id="rId9"/>
            </p:custDataLst>
          </p:nvPr>
        </p:nvSpPr>
        <p:spPr>
          <a:xfrm>
            <a:off x="1070610" y="1623060"/>
            <a:ext cx="3739515" cy="962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zh-CN" altLang="en-US" sz="2000" b="1" spc="300">
                <a:solidFill>
                  <a:srgbClr val="FFFFFF"/>
                </a:solidFill>
                <a:latin typeface="+mn-ea"/>
              </a:rPr>
              <a:t>核心交互流程</a:t>
            </a:r>
            <a:endParaRPr lang="zh-CN" altLang="en-US" sz="2000" b="1" spc="300">
              <a:solidFill>
                <a:srgbClr val="FFFFFF"/>
              </a:solidFill>
              <a:latin typeface="+mn-ea"/>
            </a:endParaRPr>
          </a:p>
        </p:txBody>
      </p:sp>
      <p:sp>
        <p:nvSpPr>
          <p:cNvPr id="15" name="标题"/>
          <p:cNvSpPr txBox="1"/>
          <p:nvPr>
            <p:custDataLst>
              <p:tags r:id="rId10"/>
            </p:custDataLst>
          </p:nvPr>
        </p:nvSpPr>
        <p:spPr>
          <a:xfrm>
            <a:off x="7490460" y="1623060"/>
            <a:ext cx="3739515" cy="962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zh-CN" altLang="en-US" sz="2000" b="1" spc="300">
                <a:solidFill>
                  <a:schemeClr val="accent2"/>
                </a:solidFill>
                <a:latin typeface="+mn-ea"/>
              </a:rPr>
              <a:t>交互亮点</a:t>
            </a:r>
            <a:endParaRPr lang="zh-CN" altLang="en-US" sz="2000" b="1" spc="300">
              <a:solidFill>
                <a:schemeClr val="accent2"/>
              </a:solidFill>
              <a:latin typeface="+mn-ea"/>
            </a:endParaRPr>
          </a:p>
        </p:txBody>
      </p:sp>
      <p:pic>
        <p:nvPicPr>
          <p:cNvPr id="16" name="图片 3" descr="333438303937363b333438313037303bb6a8cebbb2fac6b7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022465" y="1725295"/>
            <a:ext cx="685800" cy="685800"/>
          </a:xfrm>
          <a:prstGeom prst="rect">
            <a:avLst/>
          </a:prstGeom>
        </p:spPr>
      </p:pic>
    </p:spTree>
    <p:custDataLst>
      <p:tags r:id="rId14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6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445698" y="267878"/>
            <a:ext cx="9300603" cy="661670"/>
          </a:xfrm>
        </p:spPr>
        <p:txBody>
          <a:bodyPr/>
          <a:lstStyle/>
          <a:p>
            <a:r>
              <a:rPr lang="zh-CN" altLang="en-US">
                <a:sym typeface="+mn-ea"/>
              </a:rPr>
              <a:t>产品设计思路</a:t>
            </a:r>
            <a:r>
              <a:rPr lang="en-US" altLang="zh-CN">
                <a:sym typeface="+mn-ea"/>
              </a:rPr>
              <a:t>-</a:t>
            </a:r>
            <a:r>
              <a:rPr lang="zh-CN" altLang="en-US"/>
              <a:t>涉及的</a:t>
            </a:r>
            <a:r>
              <a:rPr lang="en-US" altLang="zh-CN"/>
              <a:t> AI </a:t>
            </a:r>
            <a:r>
              <a:rPr lang="zh-CN" altLang="en-US"/>
              <a:t>能力</a:t>
            </a:r>
            <a:endParaRPr lang="zh-CN" altLang="en-US"/>
          </a:p>
        </p:txBody>
      </p:sp>
      <p:sp>
        <p:nvSpPr>
          <p:cNvPr id="6" name="椭圆 1"/>
          <p:cNvSpPr/>
          <p:nvPr>
            <p:custDataLst>
              <p:tags r:id="rId2"/>
            </p:custDataLst>
          </p:nvPr>
        </p:nvSpPr>
        <p:spPr>
          <a:xfrm rot="10800000">
            <a:off x="6000967" y="2111235"/>
            <a:ext cx="1877184" cy="1877184"/>
          </a:xfrm>
          <a:prstGeom prst="ellipse">
            <a:avLst/>
          </a:prstGeom>
          <a:solidFill>
            <a:schemeClr val="accent2">
              <a:alpha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8" name="椭圆 3"/>
          <p:cNvSpPr/>
          <p:nvPr>
            <p:custDataLst>
              <p:tags r:id="rId3"/>
            </p:custDataLst>
          </p:nvPr>
        </p:nvSpPr>
        <p:spPr>
          <a:xfrm rot="10800000">
            <a:off x="4423704" y="2111235"/>
            <a:ext cx="1877184" cy="1877184"/>
          </a:xfrm>
          <a:prstGeom prst="ellipse">
            <a:avLst/>
          </a:pr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9" name="椭圆 2"/>
          <p:cNvSpPr/>
          <p:nvPr>
            <p:custDataLst>
              <p:tags r:id="rId4"/>
            </p:custDataLst>
          </p:nvPr>
        </p:nvSpPr>
        <p:spPr>
          <a:xfrm rot="10800000">
            <a:off x="6000967" y="3759848"/>
            <a:ext cx="1877184" cy="1877184"/>
          </a:xfrm>
          <a:prstGeom prst="ellipse">
            <a:avLst/>
          </a:prstGeom>
          <a:solidFill>
            <a:schemeClr val="accent4">
              <a:alpha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10" name="椭圆 4"/>
          <p:cNvSpPr/>
          <p:nvPr>
            <p:custDataLst>
              <p:tags r:id="rId5"/>
            </p:custDataLst>
          </p:nvPr>
        </p:nvSpPr>
        <p:spPr>
          <a:xfrm rot="10800000">
            <a:off x="4423704" y="3759848"/>
            <a:ext cx="1877184" cy="1877184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11" name="矩形 6"/>
          <p:cNvSpPr/>
          <p:nvPr>
            <p:custDataLst>
              <p:tags r:id="rId6"/>
            </p:custDataLst>
          </p:nvPr>
        </p:nvSpPr>
        <p:spPr>
          <a:xfrm>
            <a:off x="8221007" y="1959696"/>
            <a:ext cx="3150107" cy="1742693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400" b="1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OCR文字提取</a:t>
            </a:r>
            <a:r>
              <a:rPr lang="en-US" alt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: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从图片中识别商品信息、价格、联系方式等关键文本。</a:t>
            </a:r>
            <a:endParaRPr lang="en-US" altLang="zh-CN" sz="1400">
              <a:solidFill>
                <a:schemeClr val="tx1">
                  <a:lumMod val="85000"/>
                  <a:lumOff val="15000"/>
                </a:schemeClr>
              </a:solidFill>
              <a:latin typeface="华文中宋" panose="02010600040101010101" charset="-122"/>
              <a:ea typeface="华文中宋" panose="02010600040101010101" charset="-122"/>
              <a:cs typeface="+mn-ea"/>
            </a:endParaRPr>
          </a:p>
          <a:p>
            <a:pPr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zh-CN" sz="1400" b="1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图像理解</a:t>
            </a:r>
            <a:r>
              <a:rPr lang="en-US" alt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: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分析图片场景</a:t>
            </a:r>
            <a:r>
              <a:rPr lang="en-US" alt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(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如</a:t>
            </a:r>
            <a:r>
              <a:rPr lang="en-US" alt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 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“电商详情页”“聊天截图”</a:t>
            </a:r>
            <a:r>
              <a:rPr lang="en-US" alt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)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、识别虚假宣传元素</a:t>
            </a:r>
            <a:r>
              <a:rPr lang="en-US" alt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(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如</a:t>
            </a:r>
            <a:r>
              <a:rPr lang="en-US" alt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 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“</a:t>
            </a:r>
            <a:r>
              <a:rPr lang="en-US" alt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PS 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痕迹”“模糊</a:t>
            </a:r>
            <a:r>
              <a:rPr lang="en-US" alt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 logo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”等</a:t>
            </a:r>
            <a:r>
              <a:rPr lang="en-US" alt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)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。</a:t>
            </a:r>
            <a:endParaRPr lang="zh-CN" altLang="en-US" sz="1400">
              <a:solidFill>
                <a:schemeClr val="tx1">
                  <a:lumMod val="85000"/>
                  <a:lumOff val="15000"/>
                </a:schemeClr>
              </a:solidFill>
              <a:latin typeface="华文中宋" panose="02010600040101010101" charset="-122"/>
              <a:ea typeface="华文中宋" panose="02010600040101010101" charset="-122"/>
              <a:cs typeface="+mn-ea"/>
            </a:endParaRPr>
          </a:p>
        </p:txBody>
      </p:sp>
      <p:sp>
        <p:nvSpPr>
          <p:cNvPr id="13" name="矩形 11"/>
          <p:cNvSpPr/>
          <p:nvPr>
            <p:custDataLst>
              <p:tags r:id="rId7"/>
            </p:custDataLst>
          </p:nvPr>
        </p:nvSpPr>
        <p:spPr>
          <a:xfrm>
            <a:off x="8221007" y="1503187"/>
            <a:ext cx="3150107" cy="366218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spcBef>
                <a:spcPct val="0"/>
              </a:spcBef>
              <a:spcAft>
                <a:spcPct val="0"/>
              </a:spcAft>
            </a:pPr>
            <a:r>
              <a:rPr lang="zh-CN" altLang="en-US" sz="2000" b="1" kern="0">
                <a:solidFill>
                  <a:schemeClr val="accent2"/>
                </a:solidFill>
                <a:latin typeface="+mn-ea"/>
                <a:cs typeface="+mn-ea"/>
              </a:rPr>
              <a:t>多模态处理</a:t>
            </a:r>
            <a:endParaRPr lang="zh-CN" altLang="en-US" sz="2000" b="1" kern="0">
              <a:solidFill>
                <a:schemeClr val="accent2"/>
              </a:solidFill>
              <a:latin typeface="+mn-ea"/>
              <a:cs typeface="+mn-ea"/>
            </a:endParaRPr>
          </a:p>
        </p:txBody>
      </p:sp>
      <p:sp>
        <p:nvSpPr>
          <p:cNvPr id="15" name="矩形 13"/>
          <p:cNvSpPr/>
          <p:nvPr>
            <p:custDataLst>
              <p:tags r:id="rId8"/>
            </p:custDataLst>
          </p:nvPr>
        </p:nvSpPr>
        <p:spPr>
          <a:xfrm>
            <a:off x="8221007" y="4501755"/>
            <a:ext cx="3150107" cy="1742693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400" b="1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多维度评分</a:t>
            </a:r>
            <a:r>
              <a:rPr lang="en-US" alt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: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结合价格偏离度、平台可信度、宣传合理性等数据</a:t>
            </a:r>
            <a:r>
              <a:rPr lang="en-US" alt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,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通过智能工作流判断风险星级。</a:t>
            </a:r>
            <a:endParaRPr lang="zh-CN" altLang="en-US" sz="1400">
              <a:solidFill>
                <a:schemeClr val="tx1">
                  <a:lumMod val="85000"/>
                  <a:lumOff val="15000"/>
                </a:schemeClr>
              </a:solidFill>
              <a:latin typeface="华文中宋" panose="02010600040101010101" charset="-122"/>
              <a:ea typeface="华文中宋" panose="02010600040101010101" charset="-122"/>
              <a:cs typeface="+mn-ea"/>
              <a:sym typeface="+mn-ea"/>
            </a:endParaRPr>
          </a:p>
          <a:p>
            <a:pPr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400" b="1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智能应对建议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:智能给出应对建议，如"不要转账"、"联系警察"、"仔细鉴别"。</a:t>
            </a:r>
            <a:endParaRPr lang="zh-CN" altLang="en-US" sz="1400">
              <a:solidFill>
                <a:schemeClr val="tx1">
                  <a:lumMod val="85000"/>
                  <a:lumOff val="15000"/>
                </a:schemeClr>
              </a:solidFill>
              <a:latin typeface="华文中宋" panose="02010600040101010101" charset="-122"/>
              <a:ea typeface="华文中宋" panose="02010600040101010101" charset="-122"/>
            </a:endParaRPr>
          </a:p>
          <a:p>
            <a:pPr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400" b="1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风险鉴别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:自动标注 “低价诱骗”“虚假宣传”“私下交易” 等具体风险类型</a:t>
            </a:r>
            <a:endParaRPr lang="zh-CN" altLang="en-US" sz="1400">
              <a:solidFill>
                <a:schemeClr val="tx1">
                  <a:lumMod val="85000"/>
                  <a:lumOff val="15000"/>
                </a:schemeClr>
              </a:solidFill>
              <a:latin typeface="华文中宋" panose="02010600040101010101" charset="-122"/>
              <a:ea typeface="华文中宋" panose="02010600040101010101" charset="-122"/>
              <a:cs typeface="+mn-ea"/>
            </a:endParaRPr>
          </a:p>
          <a:p>
            <a:pPr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endParaRPr lang="zh-CN" altLang="en-US" sz="1400">
              <a:solidFill>
                <a:schemeClr val="tx1">
                  <a:lumMod val="85000"/>
                  <a:lumOff val="15000"/>
                </a:schemeClr>
              </a:solidFill>
              <a:latin typeface="华文中宋" panose="02010600040101010101" charset="-122"/>
              <a:ea typeface="华文中宋" panose="02010600040101010101" charset="-122"/>
              <a:cs typeface="+mn-ea"/>
            </a:endParaRPr>
          </a:p>
          <a:p>
            <a:pPr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endParaRPr lang="zh-CN" altLang="en-US" sz="1400">
              <a:solidFill>
                <a:schemeClr val="tx1">
                  <a:lumMod val="85000"/>
                  <a:lumOff val="15000"/>
                </a:schemeClr>
              </a:solidFill>
              <a:latin typeface="华文中宋" panose="02010600040101010101" charset="-122"/>
              <a:ea typeface="华文中宋" panose="02010600040101010101" charset="-122"/>
              <a:cs typeface="+mn-ea"/>
            </a:endParaRPr>
          </a:p>
          <a:p>
            <a:pPr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endParaRPr lang="zh-CN" altLang="en-US" sz="1400">
              <a:solidFill>
                <a:schemeClr val="tx1">
                  <a:lumMod val="85000"/>
                  <a:lumOff val="15000"/>
                </a:schemeClr>
              </a:solidFill>
              <a:latin typeface="华文中宋" panose="02010600040101010101" charset="-122"/>
              <a:ea typeface="华文中宋" panose="02010600040101010101" charset="-122"/>
              <a:cs typeface="+mn-ea"/>
            </a:endParaRPr>
          </a:p>
          <a:p>
            <a:pPr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endParaRPr lang="zh-CN" altLang="en-US" sz="1400">
              <a:solidFill>
                <a:schemeClr val="tx1">
                  <a:lumMod val="85000"/>
                  <a:lumOff val="15000"/>
                </a:schemeClr>
              </a:solidFill>
              <a:latin typeface="华文中宋" panose="02010600040101010101" charset="-122"/>
              <a:ea typeface="华文中宋" panose="02010600040101010101" charset="-122"/>
              <a:cs typeface="+mn-ea"/>
            </a:endParaRPr>
          </a:p>
        </p:txBody>
      </p:sp>
      <p:sp>
        <p:nvSpPr>
          <p:cNvPr id="16" name="矩形 17"/>
          <p:cNvSpPr/>
          <p:nvPr>
            <p:custDataLst>
              <p:tags r:id="rId9"/>
            </p:custDataLst>
          </p:nvPr>
        </p:nvSpPr>
        <p:spPr>
          <a:xfrm>
            <a:off x="8221007" y="4045245"/>
            <a:ext cx="3150107" cy="366218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spcBef>
                <a:spcPct val="0"/>
              </a:spcBef>
              <a:spcAft>
                <a:spcPct val="0"/>
              </a:spcAft>
            </a:pPr>
            <a:r>
              <a:rPr lang="zh-CN" altLang="en-US" sz="2000" b="1" kern="0">
                <a:solidFill>
                  <a:schemeClr val="accent4"/>
                </a:solidFill>
                <a:latin typeface="+mn-ea"/>
                <a:cs typeface="+mn-ea"/>
              </a:rPr>
              <a:t>风险评估模型</a:t>
            </a:r>
            <a:endParaRPr lang="zh-CN" altLang="en-US" sz="2000" b="1" kern="0">
              <a:solidFill>
                <a:schemeClr val="accent4"/>
              </a:solidFill>
              <a:latin typeface="+mn-ea"/>
              <a:cs typeface="+mn-ea"/>
            </a:endParaRPr>
          </a:p>
        </p:txBody>
      </p:sp>
      <p:sp>
        <p:nvSpPr>
          <p:cNvPr id="27" name="矩形 22"/>
          <p:cNvSpPr/>
          <p:nvPr>
            <p:custDataLst>
              <p:tags r:id="rId10"/>
            </p:custDataLst>
          </p:nvPr>
        </p:nvSpPr>
        <p:spPr>
          <a:xfrm>
            <a:off x="660586" y="1959696"/>
            <a:ext cx="3481411" cy="1755945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400" b="1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文本分类</a:t>
            </a:r>
            <a:r>
              <a:rPr lang="en-US" alt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: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识别聊天记录中的诈骗话术</a:t>
            </a:r>
            <a:r>
              <a:rPr lang="en-US" alt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(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如</a:t>
            </a:r>
            <a:r>
              <a:rPr lang="en-US" alt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 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“限时低价”“私下交易”</a:t>
            </a:r>
            <a:r>
              <a:rPr lang="en-US" alt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)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。</a:t>
            </a:r>
            <a:endParaRPr lang="en-US" altLang="zh-CN" sz="1400">
              <a:solidFill>
                <a:schemeClr val="tx1">
                  <a:lumMod val="85000"/>
                  <a:lumOff val="15000"/>
                </a:schemeClr>
              </a:solidFill>
              <a:latin typeface="华文中宋" panose="02010600040101010101" charset="-122"/>
              <a:ea typeface="华文中宋" panose="02010600040101010101" charset="-122"/>
              <a:cs typeface="+mn-ea"/>
            </a:endParaRPr>
          </a:p>
          <a:p>
            <a:pPr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zh-CN" sz="1400" b="1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意图识别</a:t>
            </a:r>
            <a:r>
              <a:rPr lang="en-US" alt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: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理解用户输入意图</a:t>
            </a:r>
            <a:r>
              <a:rPr lang="en-US" alt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(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如</a:t>
            </a:r>
            <a:r>
              <a:rPr lang="en-US" alt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 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“判断平台是否正规”“分析宣传真实性”</a:t>
            </a:r>
            <a:r>
              <a:rPr lang="en-US" alt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)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。</a:t>
            </a:r>
            <a:endParaRPr lang="en-US" altLang="zh-CN" sz="1400">
              <a:solidFill>
                <a:schemeClr val="tx1">
                  <a:lumMod val="85000"/>
                  <a:lumOff val="15000"/>
                </a:schemeClr>
              </a:solidFill>
              <a:latin typeface="华文中宋" panose="02010600040101010101" charset="-122"/>
              <a:ea typeface="华文中宋" panose="02010600040101010101" charset="-122"/>
              <a:cs typeface="+mn-ea"/>
            </a:endParaRPr>
          </a:p>
          <a:p>
            <a:pPr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zh-CN" sz="1400" b="1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多轮对话</a:t>
            </a:r>
            <a:r>
              <a:rPr lang="en-US" alt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: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支持上下文延续</a:t>
            </a:r>
            <a:r>
              <a:rPr lang="en-US" alt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(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如用户追问</a:t>
            </a:r>
            <a:r>
              <a:rPr lang="en-US" alt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 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“如何验证资质”</a:t>
            </a:r>
            <a:r>
              <a:rPr lang="en-US" alt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 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时</a:t>
            </a:r>
            <a:r>
              <a:rPr lang="en-US" alt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,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基于历史分析提供答案</a:t>
            </a:r>
            <a:r>
              <a:rPr lang="en-US" alt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)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。</a:t>
            </a:r>
            <a:endParaRPr lang="zh-CN" altLang="en-US" sz="1400">
              <a:solidFill>
                <a:schemeClr val="tx1">
                  <a:lumMod val="85000"/>
                  <a:lumOff val="15000"/>
                </a:schemeClr>
              </a:solidFill>
              <a:latin typeface="华文中宋" panose="02010600040101010101" charset="-122"/>
              <a:ea typeface="华文中宋" panose="02010600040101010101" charset="-122"/>
              <a:cs typeface="+mn-ea"/>
            </a:endParaRPr>
          </a:p>
        </p:txBody>
      </p:sp>
      <p:sp>
        <p:nvSpPr>
          <p:cNvPr id="28" name="矩形 23"/>
          <p:cNvSpPr/>
          <p:nvPr>
            <p:custDataLst>
              <p:tags r:id="rId11"/>
            </p:custDataLst>
          </p:nvPr>
        </p:nvSpPr>
        <p:spPr>
          <a:xfrm>
            <a:off x="819612" y="1503187"/>
            <a:ext cx="3150107" cy="366218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 algn="r">
              <a:spcBef>
                <a:spcPct val="0"/>
              </a:spcBef>
              <a:spcAft>
                <a:spcPct val="0"/>
              </a:spcAft>
            </a:pPr>
            <a:r>
              <a:rPr lang="zh-CN" altLang="en-US" sz="2000" b="1" kern="0">
                <a:solidFill>
                  <a:schemeClr val="accent1"/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自然语言处理</a:t>
            </a:r>
            <a:r>
              <a:rPr lang="en-US" altLang="zh-CN" sz="2000" b="1" kern="0">
                <a:solidFill>
                  <a:schemeClr val="accent1"/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(NLP/LLM)</a:t>
            </a:r>
            <a:endParaRPr lang="en-US" altLang="zh-CN" sz="2000" b="1" kern="0">
              <a:solidFill>
                <a:schemeClr val="accent1"/>
              </a:solidFill>
              <a:latin typeface="+mn-ea"/>
              <a:cs typeface="+mn-ea"/>
            </a:endParaRPr>
          </a:p>
        </p:txBody>
      </p:sp>
      <p:sp>
        <p:nvSpPr>
          <p:cNvPr id="29" name="矩形 24"/>
          <p:cNvSpPr/>
          <p:nvPr>
            <p:custDataLst>
              <p:tags r:id="rId12"/>
            </p:custDataLst>
          </p:nvPr>
        </p:nvSpPr>
        <p:spPr>
          <a:xfrm>
            <a:off x="660586" y="4501755"/>
            <a:ext cx="3488037" cy="2047493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400" b="1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10000+诈骗知识库集成</a:t>
            </a:r>
            <a:r>
              <a:rPr lang="en-US" alt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: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基于诈骗案例库</a:t>
            </a:r>
            <a:r>
              <a:rPr lang="en-US" alt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(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如</a:t>
            </a:r>
            <a:r>
              <a:rPr lang="en-US" alt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 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“低价</a:t>
            </a:r>
            <a:r>
              <a:rPr lang="en-US" alt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 iPhone 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诈骗”“微商假货套路”</a:t>
            </a:r>
            <a:r>
              <a:rPr lang="en-US" alt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)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辅助风险判断。</a:t>
            </a:r>
            <a:endParaRPr lang="en-US" altLang="zh-CN" sz="1400">
              <a:solidFill>
                <a:schemeClr val="tx1">
                  <a:lumMod val="85000"/>
                  <a:lumOff val="15000"/>
                </a:schemeClr>
              </a:solidFill>
              <a:latin typeface="华文中宋" panose="02010600040101010101" charset="-122"/>
              <a:ea typeface="华文中宋" panose="02010600040101010101" charset="-122"/>
              <a:cs typeface="+mn-ea"/>
            </a:endParaRPr>
          </a:p>
          <a:p>
            <a:pPr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zh-CN" sz="1400" b="1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智能调用实时联网</a:t>
            </a:r>
            <a:r>
              <a:rPr lang="en-US" alt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:能够智能识别用户需求，智能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调用搜索引擎，验证平台资质、查询诈骗案例</a:t>
            </a:r>
            <a:r>
              <a:rPr lang="en-US" alt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,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增强分析时效性</a:t>
            </a:r>
            <a:r>
              <a:rPr lang="zh-CN" altLang="en-US" sz="12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。</a:t>
            </a:r>
            <a:endParaRPr lang="zh-CN" altLang="en-US" sz="1400">
              <a:solidFill>
                <a:schemeClr val="tx1">
                  <a:lumMod val="85000"/>
                  <a:lumOff val="15000"/>
                </a:schemeClr>
              </a:solidFill>
              <a:latin typeface="华文中宋" panose="02010600040101010101" charset="-122"/>
              <a:ea typeface="华文中宋" panose="02010600040101010101" charset="-122"/>
              <a:cs typeface="+mn-ea"/>
            </a:endParaRPr>
          </a:p>
          <a:p>
            <a:pPr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400" b="1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特质化查询改写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:专为购物反诈设计一套查询改写机制,提高查询和判断准确性。</a:t>
            </a:r>
            <a:endParaRPr lang="zh-CN" altLang="en-US" sz="1400">
              <a:solidFill>
                <a:schemeClr val="tx1">
                  <a:lumMod val="85000"/>
                  <a:lumOff val="15000"/>
                </a:schemeClr>
              </a:solidFill>
              <a:latin typeface="华文中宋" panose="02010600040101010101" charset="-122"/>
              <a:ea typeface="华文中宋" panose="02010600040101010101" charset="-122"/>
            </a:endParaRPr>
          </a:p>
          <a:p>
            <a:pPr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endParaRPr lang="zh-CN" altLang="en-US" sz="1200">
              <a:solidFill>
                <a:schemeClr val="tx1">
                  <a:lumMod val="85000"/>
                  <a:lumOff val="15000"/>
                </a:schemeClr>
              </a:solidFill>
              <a:latin typeface="华文中宋" panose="02010600040101010101" charset="-122"/>
              <a:ea typeface="华文中宋" panose="02010600040101010101" charset="-122"/>
              <a:cs typeface="+mn-ea"/>
            </a:endParaRPr>
          </a:p>
          <a:p>
            <a:pPr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endParaRPr lang="zh-CN" altLang="en-US" sz="1200">
              <a:solidFill>
                <a:schemeClr val="tx1">
                  <a:lumMod val="85000"/>
                  <a:lumOff val="15000"/>
                </a:schemeClr>
              </a:solidFill>
              <a:latin typeface="华文中宋" panose="02010600040101010101" charset="-122"/>
              <a:ea typeface="华文中宋" panose="02010600040101010101" charset="-122"/>
              <a:cs typeface="+mn-ea"/>
            </a:endParaRPr>
          </a:p>
          <a:p>
            <a:pPr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endParaRPr lang="zh-CN" altLang="en-US" sz="1200">
              <a:solidFill>
                <a:schemeClr val="tx1">
                  <a:lumMod val="85000"/>
                  <a:lumOff val="15000"/>
                </a:schemeClr>
              </a:solidFill>
              <a:latin typeface="华文中宋" panose="02010600040101010101" charset="-122"/>
              <a:ea typeface="华文中宋" panose="02010600040101010101" charset="-122"/>
              <a:cs typeface="+mn-ea"/>
            </a:endParaRPr>
          </a:p>
        </p:txBody>
      </p:sp>
      <p:sp>
        <p:nvSpPr>
          <p:cNvPr id="30" name="矩形 25"/>
          <p:cNvSpPr/>
          <p:nvPr>
            <p:custDataLst>
              <p:tags r:id="rId13"/>
            </p:custDataLst>
          </p:nvPr>
        </p:nvSpPr>
        <p:spPr>
          <a:xfrm>
            <a:off x="819612" y="4045245"/>
            <a:ext cx="3150107" cy="366218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 algn="r">
              <a:spcBef>
                <a:spcPct val="0"/>
              </a:spcBef>
              <a:spcAft>
                <a:spcPct val="0"/>
              </a:spcAft>
            </a:pPr>
            <a:r>
              <a:rPr lang="zh-CN" altLang="en-US" sz="2000" b="1" kern="0">
                <a:solidFill>
                  <a:schemeClr val="accent3"/>
                </a:solidFill>
                <a:latin typeface="+mn-ea"/>
                <a:cs typeface="+mn-ea"/>
              </a:rPr>
              <a:t>检索增强生成</a:t>
            </a:r>
            <a:r>
              <a:rPr lang="en-US" altLang="zh-CN" sz="2000" b="1" kern="0">
                <a:solidFill>
                  <a:schemeClr val="accent3"/>
                </a:solidFill>
                <a:latin typeface="+mn-ea"/>
                <a:cs typeface="+mn-ea"/>
              </a:rPr>
              <a:t>(RAG)</a:t>
            </a:r>
            <a:endParaRPr lang="en-US" altLang="zh-CN" sz="2000" b="1" kern="0">
              <a:solidFill>
                <a:schemeClr val="accent3"/>
              </a:solidFill>
              <a:latin typeface="+mn-ea"/>
              <a:cs typeface="+mn-ea"/>
            </a:endParaRPr>
          </a:p>
        </p:txBody>
      </p:sp>
      <p:pic>
        <p:nvPicPr>
          <p:cNvPr id="31" name="图片 4" descr="343439383331313b343532303032303bb8f6c8cbd0c5cfa2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746032" y="2856299"/>
            <a:ext cx="386601" cy="386601"/>
          </a:xfrm>
          <a:prstGeom prst="rect">
            <a:avLst/>
          </a:prstGeom>
        </p:spPr>
      </p:pic>
      <p:pic>
        <p:nvPicPr>
          <p:cNvPr id="32" name="图片 11" descr="343439383331313b343532303032373bbfcdbba7b5b5b0b8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742875" y="4501755"/>
            <a:ext cx="393762" cy="393762"/>
          </a:xfrm>
          <a:prstGeom prst="rect">
            <a:avLst/>
          </a:prstGeom>
        </p:spPr>
      </p:pic>
      <p:pic>
        <p:nvPicPr>
          <p:cNvPr id="33" name="图片 7" descr="343439383331313b343532303032333bc6f3d2b5bcf2bde9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5168768" y="4504912"/>
            <a:ext cx="386602" cy="386602"/>
          </a:xfrm>
          <a:prstGeom prst="rect">
            <a:avLst/>
          </a:prstGeom>
        </p:spPr>
      </p:pic>
      <p:pic>
        <p:nvPicPr>
          <p:cNvPr id="34" name="图片 3" descr="343439383331313b343532303031393bd2b5bca8b9dcc0ed"/>
          <p:cNvPicPr>
            <a:picLocks noChangeAspect="1"/>
          </p:cNvPicPr>
          <p:nvPr>
            <p:custDataLst>
              <p:tags r:id="rId23"/>
            </p:custDataLst>
          </p:nvPr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5165611" y="2853142"/>
            <a:ext cx="393762" cy="393762"/>
          </a:xfrm>
          <a:prstGeom prst="rect">
            <a:avLst/>
          </a:prstGeom>
        </p:spPr>
      </p:pic>
    </p:spTree>
    <p:custDataLst>
      <p:tags r:id="rId26"/>
    </p:custData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6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zh-CN" altLang="en-US"/>
              <a:t>作品策划</a:t>
            </a:r>
            <a:endParaRPr lang="zh-CN" altLang="en-US"/>
          </a:p>
        </p:txBody>
      </p:sp>
      <p:sp>
        <p:nvSpPr>
          <p:cNvPr id="9" name="任意多边形 14"/>
          <p:cNvSpPr/>
          <p:nvPr>
            <p:custDataLst>
              <p:tags r:id="rId2"/>
            </p:custDataLst>
          </p:nvPr>
        </p:nvSpPr>
        <p:spPr>
          <a:xfrm rot="2700000">
            <a:off x="5473383" y="3235325"/>
            <a:ext cx="1283970" cy="1282065"/>
          </a:xfrm>
          <a:custGeom>
            <a:avLst/>
            <a:gdLst>
              <a:gd name="connsiteX0" fmla="*/ 731 w 2016"/>
              <a:gd name="connsiteY0" fmla="*/ 742 h 2010"/>
              <a:gd name="connsiteX1" fmla="*/ 2016 w 2016"/>
              <a:gd name="connsiteY1" fmla="*/ 0 h 2010"/>
              <a:gd name="connsiteX2" fmla="*/ 2016 w 2016"/>
              <a:gd name="connsiteY2" fmla="*/ 2010 h 2010"/>
              <a:gd name="connsiteX3" fmla="*/ 0 w 2016"/>
              <a:gd name="connsiteY3" fmla="*/ 2010 h 2010"/>
              <a:gd name="connsiteX4" fmla="*/ 731 w 2016"/>
              <a:gd name="connsiteY4" fmla="*/ 742 h 20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6" h="2010">
                <a:moveTo>
                  <a:pt x="731" y="742"/>
                </a:moveTo>
                <a:lnTo>
                  <a:pt x="2016" y="0"/>
                </a:lnTo>
                <a:lnTo>
                  <a:pt x="2016" y="2010"/>
                </a:lnTo>
                <a:lnTo>
                  <a:pt x="0" y="2010"/>
                </a:lnTo>
                <a:lnTo>
                  <a:pt x="731" y="742"/>
                </a:lnTo>
                <a:close/>
              </a:path>
            </a:pathLst>
          </a:custGeom>
          <a:gradFill>
            <a:gsLst>
              <a:gs pos="41000">
                <a:schemeClr val="accent1">
                  <a:lumMod val="81000"/>
                  <a:lumOff val="19000"/>
                  <a:alpha val="100000"/>
                </a:schemeClr>
              </a:gs>
              <a:gs pos="100000">
                <a:schemeClr val="accent1">
                  <a:lumMod val="58000"/>
                  <a:alpha val="100000"/>
                </a:schemeClr>
              </a:gs>
            </a:gsLst>
            <a:lin ang="27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olidFill>
                <a:schemeClr val="lt1"/>
              </a:solidFill>
              <a:sym typeface="+mn-ea"/>
            </a:endParaRPr>
          </a:p>
        </p:txBody>
      </p:sp>
      <p:sp>
        <p:nvSpPr>
          <p:cNvPr id="34" name="任意多边形 12"/>
          <p:cNvSpPr/>
          <p:nvPr>
            <p:custDataLst>
              <p:tags r:id="rId3"/>
            </p:custDataLst>
          </p:nvPr>
        </p:nvSpPr>
        <p:spPr>
          <a:xfrm flipH="1" flipV="1">
            <a:off x="5208588" y="3874770"/>
            <a:ext cx="911860" cy="1607820"/>
          </a:xfrm>
          <a:custGeom>
            <a:avLst/>
            <a:gdLst>
              <a:gd name="connsiteX0" fmla="*/ 0 w 1436"/>
              <a:gd name="connsiteY0" fmla="*/ 2024 h 2532"/>
              <a:gd name="connsiteX1" fmla="*/ 2 w 1436"/>
              <a:gd name="connsiteY1" fmla="*/ 0 h 2532"/>
              <a:gd name="connsiteX2" fmla="*/ 1436 w 1436"/>
              <a:gd name="connsiteY2" fmla="*/ 2532 h 2532"/>
              <a:gd name="connsiteX3" fmla="*/ 0 w 1436"/>
              <a:gd name="connsiteY3" fmla="*/ 2024 h 2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36" h="2532">
                <a:moveTo>
                  <a:pt x="0" y="2024"/>
                </a:moveTo>
                <a:lnTo>
                  <a:pt x="2" y="0"/>
                </a:lnTo>
                <a:lnTo>
                  <a:pt x="1436" y="2532"/>
                </a:lnTo>
                <a:lnTo>
                  <a:pt x="0" y="2024"/>
                </a:lnTo>
                <a:close/>
              </a:path>
            </a:pathLst>
          </a:custGeom>
          <a:gradFill>
            <a:gsLst>
              <a:gs pos="2000">
                <a:schemeClr val="accent1">
                  <a:lumMod val="80000"/>
                  <a:alpha val="100000"/>
                </a:schemeClr>
              </a:gs>
              <a:gs pos="100000">
                <a:schemeClr val="accent1">
                  <a:lumMod val="70000"/>
                  <a:lumOff val="30000"/>
                  <a:alpha val="100000"/>
                </a:schemeClr>
              </a:gs>
            </a:gsLst>
            <a:lin ang="54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olidFill>
                <a:schemeClr val="lt1"/>
              </a:solidFill>
              <a:sym typeface="+mn-ea"/>
            </a:endParaRPr>
          </a:p>
        </p:txBody>
      </p:sp>
      <p:sp>
        <p:nvSpPr>
          <p:cNvPr id="36" name="任意多边形 13"/>
          <p:cNvSpPr/>
          <p:nvPr>
            <p:custDataLst>
              <p:tags r:id="rId4"/>
            </p:custDataLst>
          </p:nvPr>
        </p:nvSpPr>
        <p:spPr>
          <a:xfrm flipV="1">
            <a:off x="6117908" y="3879215"/>
            <a:ext cx="905510" cy="1603375"/>
          </a:xfrm>
          <a:custGeom>
            <a:avLst/>
            <a:gdLst>
              <a:gd name="connsiteX0" fmla="*/ 0 w 1426"/>
              <a:gd name="connsiteY0" fmla="*/ 2016 h 2525"/>
              <a:gd name="connsiteX1" fmla="*/ 0 w 1426"/>
              <a:gd name="connsiteY1" fmla="*/ 0 h 2525"/>
              <a:gd name="connsiteX2" fmla="*/ 1426 w 1426"/>
              <a:gd name="connsiteY2" fmla="*/ 2525 h 2525"/>
              <a:gd name="connsiteX3" fmla="*/ 0 w 1426"/>
              <a:gd name="connsiteY3" fmla="*/ 2016 h 2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26" h="2525">
                <a:moveTo>
                  <a:pt x="0" y="2016"/>
                </a:moveTo>
                <a:lnTo>
                  <a:pt x="0" y="0"/>
                </a:lnTo>
                <a:lnTo>
                  <a:pt x="1426" y="2525"/>
                </a:lnTo>
                <a:lnTo>
                  <a:pt x="0" y="2016"/>
                </a:lnTo>
                <a:close/>
              </a:path>
            </a:pathLst>
          </a:custGeom>
          <a:gradFill>
            <a:gsLst>
              <a:gs pos="2000">
                <a:schemeClr val="accent1">
                  <a:lumMod val="80000"/>
                  <a:alpha val="100000"/>
                </a:schemeClr>
              </a:gs>
              <a:gs pos="100000">
                <a:schemeClr val="accent1">
                  <a:lumMod val="70000"/>
                  <a:lumOff val="30000"/>
                  <a:alpha val="100000"/>
                </a:schemeClr>
              </a:gs>
            </a:gsLst>
            <a:lin ang="15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olidFill>
                <a:schemeClr val="lt1"/>
              </a:solidFill>
              <a:sym typeface="+mn-ea"/>
            </a:endParaRPr>
          </a:p>
        </p:txBody>
      </p:sp>
      <p:sp>
        <p:nvSpPr>
          <p:cNvPr id="38" name="椭圆 15"/>
          <p:cNvSpPr/>
          <p:nvPr>
            <p:custDataLst>
              <p:tags r:id="rId5"/>
            </p:custDataLst>
          </p:nvPr>
        </p:nvSpPr>
        <p:spPr>
          <a:xfrm>
            <a:off x="3910648" y="3315335"/>
            <a:ext cx="4403090" cy="1121410"/>
          </a:xfrm>
          <a:prstGeom prst="ellipse">
            <a:avLst/>
          </a:prstGeom>
          <a:gradFill>
            <a:gsLst>
              <a:gs pos="100000">
                <a:schemeClr val="accent2">
                  <a:lumMod val="60000"/>
                  <a:lumOff val="40000"/>
                  <a:alpha val="42000"/>
                </a:schemeClr>
              </a:gs>
              <a:gs pos="42000">
                <a:schemeClr val="accent2">
                  <a:lumMod val="20000"/>
                  <a:lumOff val="80000"/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 w="7620">
            <a:gradFill>
              <a:gsLst>
                <a:gs pos="65000">
                  <a:schemeClr val="accent2">
                    <a:lumMod val="50000"/>
                    <a:lumOff val="50000"/>
                    <a:alpha val="100000"/>
                  </a:schemeClr>
                </a:gs>
                <a:gs pos="39000">
                  <a:schemeClr val="accent2">
                    <a:lumMod val="50000"/>
                    <a:lumOff val="50000"/>
                    <a:alpha val="100000"/>
                  </a:schemeClr>
                </a:gs>
                <a:gs pos="100000">
                  <a:schemeClr val="accent2">
                    <a:lumMod val="60000"/>
                    <a:lumOff val="40000"/>
                    <a:alpha val="100000"/>
                  </a:schemeClr>
                </a:gs>
                <a:gs pos="0">
                  <a:schemeClr val="accent2">
                    <a:lumMod val="80000"/>
                    <a:alpha val="100000"/>
                  </a:schemeClr>
                </a:gs>
              </a:gsLst>
              <a:lin ang="15480000" scaled="0"/>
            </a:gra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olidFill>
                <a:schemeClr val="lt1"/>
              </a:solidFill>
              <a:sym typeface="+mn-ea"/>
            </a:endParaRPr>
          </a:p>
        </p:txBody>
      </p:sp>
      <p:sp>
        <p:nvSpPr>
          <p:cNvPr id="39" name="任意多边形 7"/>
          <p:cNvSpPr/>
          <p:nvPr>
            <p:custDataLst>
              <p:tags r:id="rId6"/>
            </p:custDataLst>
          </p:nvPr>
        </p:nvSpPr>
        <p:spPr>
          <a:xfrm flipH="1">
            <a:off x="5208588" y="2011680"/>
            <a:ext cx="910590" cy="1943100"/>
          </a:xfrm>
          <a:custGeom>
            <a:avLst/>
            <a:gdLst>
              <a:gd name="connsiteX0" fmla="*/ 0 w 1434"/>
              <a:gd name="connsiteY0" fmla="*/ 3060 h 3060"/>
              <a:gd name="connsiteX1" fmla="*/ 0 w 1434"/>
              <a:gd name="connsiteY1" fmla="*/ 0 h 3060"/>
              <a:gd name="connsiteX2" fmla="*/ 1434 w 1434"/>
              <a:gd name="connsiteY2" fmla="*/ 2554 h 3060"/>
              <a:gd name="connsiteX3" fmla="*/ 0 w 1434"/>
              <a:gd name="connsiteY3" fmla="*/ 3060 h 30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34" h="3060">
                <a:moveTo>
                  <a:pt x="0" y="3060"/>
                </a:moveTo>
                <a:lnTo>
                  <a:pt x="0" y="0"/>
                </a:lnTo>
                <a:lnTo>
                  <a:pt x="1434" y="2554"/>
                </a:lnTo>
                <a:lnTo>
                  <a:pt x="0" y="3060"/>
                </a:lnTo>
                <a:close/>
              </a:path>
            </a:pathLst>
          </a:custGeom>
          <a:gradFill>
            <a:gsLst>
              <a:gs pos="2000">
                <a:schemeClr val="accent1">
                  <a:lumMod val="80000"/>
                  <a:alpha val="100000"/>
                </a:schemeClr>
              </a:gs>
              <a:gs pos="100000">
                <a:schemeClr val="accent1">
                  <a:lumMod val="70000"/>
                  <a:lumOff val="30000"/>
                  <a:alpha val="100000"/>
                </a:schemeClr>
              </a:gs>
            </a:gsLst>
            <a:lin ang="54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olidFill>
                <a:schemeClr val="lt1"/>
              </a:solidFill>
              <a:sym typeface="+mn-ea"/>
            </a:endParaRPr>
          </a:p>
        </p:txBody>
      </p:sp>
      <p:sp>
        <p:nvSpPr>
          <p:cNvPr id="40" name="任意多边形 9"/>
          <p:cNvSpPr/>
          <p:nvPr>
            <p:custDataLst>
              <p:tags r:id="rId7"/>
            </p:custDataLst>
          </p:nvPr>
        </p:nvSpPr>
        <p:spPr>
          <a:xfrm>
            <a:off x="6117908" y="2011680"/>
            <a:ext cx="910590" cy="1943100"/>
          </a:xfrm>
          <a:custGeom>
            <a:avLst/>
            <a:gdLst>
              <a:gd name="connsiteX0" fmla="*/ 0 w 1434"/>
              <a:gd name="connsiteY0" fmla="*/ 3060 h 3060"/>
              <a:gd name="connsiteX1" fmla="*/ 0 w 1434"/>
              <a:gd name="connsiteY1" fmla="*/ 0 h 3060"/>
              <a:gd name="connsiteX2" fmla="*/ 1434 w 1434"/>
              <a:gd name="connsiteY2" fmla="*/ 2554 h 3060"/>
              <a:gd name="connsiteX3" fmla="*/ 0 w 1434"/>
              <a:gd name="connsiteY3" fmla="*/ 3060 h 30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34" h="3060">
                <a:moveTo>
                  <a:pt x="0" y="3060"/>
                </a:moveTo>
                <a:lnTo>
                  <a:pt x="0" y="0"/>
                </a:lnTo>
                <a:lnTo>
                  <a:pt x="1434" y="2554"/>
                </a:lnTo>
                <a:lnTo>
                  <a:pt x="0" y="3060"/>
                </a:lnTo>
                <a:close/>
              </a:path>
            </a:pathLst>
          </a:custGeom>
          <a:gradFill>
            <a:gsLst>
              <a:gs pos="2000">
                <a:schemeClr val="accent1">
                  <a:lumMod val="80000"/>
                  <a:alpha val="100000"/>
                </a:schemeClr>
              </a:gs>
              <a:gs pos="100000">
                <a:schemeClr val="accent1">
                  <a:lumMod val="70000"/>
                  <a:lumOff val="30000"/>
                  <a:alpha val="100000"/>
                </a:schemeClr>
              </a:gs>
            </a:gsLst>
            <a:lin ang="15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olidFill>
                <a:schemeClr val="lt1"/>
              </a:solidFill>
              <a:sym typeface="+mn-ea"/>
            </a:endParaRPr>
          </a:p>
        </p:txBody>
      </p:sp>
      <p:sp>
        <p:nvSpPr>
          <p:cNvPr id="41" name="椭圆 27"/>
          <p:cNvSpPr/>
          <p:nvPr>
            <p:custDataLst>
              <p:tags r:id="rId8"/>
            </p:custDataLst>
          </p:nvPr>
        </p:nvSpPr>
        <p:spPr>
          <a:xfrm>
            <a:off x="5202873" y="5462270"/>
            <a:ext cx="1826260" cy="287020"/>
          </a:xfrm>
          <a:prstGeom prst="ellipse">
            <a:avLst/>
          </a:prstGeom>
          <a:gradFill>
            <a:gsLst>
              <a:gs pos="0">
                <a:schemeClr val="accent1">
                  <a:alpha val="19000"/>
                </a:schemeClr>
              </a:gs>
              <a:gs pos="100000">
                <a:srgbClr val="F2F2F2">
                  <a:alpha val="0"/>
                </a:srgbClr>
              </a:gs>
              <a:gs pos="47000">
                <a:schemeClr val="accent1">
                  <a:alpha val="24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63500"/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44" name="任意多边形: 形状 3"/>
          <p:cNvSpPr/>
          <p:nvPr>
            <p:custDataLst>
              <p:tags r:id="rId9"/>
            </p:custDataLst>
          </p:nvPr>
        </p:nvSpPr>
        <p:spPr>
          <a:xfrm rot="1800000">
            <a:off x="3196273" y="1755472"/>
            <a:ext cx="478155" cy="414020"/>
          </a:xfrm>
          <a:custGeom>
            <a:avLst/>
            <a:gdLst/>
            <a:ahLst/>
            <a:cxnLst/>
            <a:rect l="0" t="0" r="0" b="0"/>
            <a:pathLst>
              <a:path w="127001" h="109987">
                <a:moveTo>
                  <a:pt x="31750" y="109986"/>
                </a:moveTo>
                <a:lnTo>
                  <a:pt x="95250" y="109986"/>
                </a:lnTo>
                <a:lnTo>
                  <a:pt x="127000" y="54993"/>
                </a:lnTo>
                <a:lnTo>
                  <a:pt x="95250" y="0"/>
                </a:lnTo>
                <a:lnTo>
                  <a:pt x="31750" y="0"/>
                </a:lnTo>
                <a:lnTo>
                  <a:pt x="0" y="54993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80000"/>
                  <a:lumOff val="20000"/>
                  <a:alpha val="100000"/>
                </a:schemeClr>
              </a:gs>
            </a:gsLst>
            <a:lin ang="16200000" scaled="0"/>
          </a:gradFill>
          <a:ln>
            <a:noFill/>
          </a:ln>
          <a:effectLst>
            <a:outerShdw blurRad="101600" dir="5400000" sx="90000" sy="-19000" rotWithShape="0">
              <a:schemeClr val="accent1">
                <a:alpha val="1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olidFill>
                <a:schemeClr val="lt1"/>
              </a:solidFill>
              <a:sym typeface="+mn-ea"/>
            </a:endParaRPr>
          </a:p>
        </p:txBody>
      </p:sp>
      <p:sp>
        <p:nvSpPr>
          <p:cNvPr id="45" name="任意多边形: 形状 3"/>
          <p:cNvSpPr/>
          <p:nvPr>
            <p:custDataLst>
              <p:tags r:id="rId10"/>
            </p:custDataLst>
          </p:nvPr>
        </p:nvSpPr>
        <p:spPr>
          <a:xfrm rot="1800000">
            <a:off x="3196908" y="4498920"/>
            <a:ext cx="478155" cy="414020"/>
          </a:xfrm>
          <a:custGeom>
            <a:avLst/>
            <a:gdLst/>
            <a:ahLst/>
            <a:cxnLst/>
            <a:rect l="0" t="0" r="0" b="0"/>
            <a:pathLst>
              <a:path w="127001" h="109987">
                <a:moveTo>
                  <a:pt x="31750" y="109986"/>
                </a:moveTo>
                <a:lnTo>
                  <a:pt x="95250" y="109986"/>
                </a:lnTo>
                <a:lnTo>
                  <a:pt x="127000" y="54993"/>
                </a:lnTo>
                <a:lnTo>
                  <a:pt x="95250" y="0"/>
                </a:lnTo>
                <a:lnTo>
                  <a:pt x="31750" y="0"/>
                </a:lnTo>
                <a:lnTo>
                  <a:pt x="0" y="54993"/>
                </a:lnTo>
                <a:close/>
              </a:path>
            </a:pathLst>
          </a:custGeom>
          <a:gradFill>
            <a:gsLst>
              <a:gs pos="0">
                <a:schemeClr val="accent3">
                  <a:alpha val="100000"/>
                </a:schemeClr>
              </a:gs>
              <a:gs pos="100000">
                <a:schemeClr val="accent3">
                  <a:lumMod val="80000"/>
                  <a:lumOff val="20000"/>
                  <a:alpha val="100000"/>
                </a:schemeClr>
              </a:gs>
            </a:gsLst>
            <a:lin ang="16200000" scaled="0"/>
          </a:gradFill>
          <a:ln>
            <a:noFill/>
          </a:ln>
          <a:effectLst>
            <a:outerShdw blurRad="101600" dir="5400000" sx="90000" sy="-19000" rotWithShape="0">
              <a:schemeClr val="accent3">
                <a:alpha val="1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olidFill>
                <a:schemeClr val="lt1"/>
              </a:solidFill>
              <a:sym typeface="+mn-ea"/>
            </a:endParaRPr>
          </a:p>
        </p:txBody>
      </p:sp>
      <p:sp>
        <p:nvSpPr>
          <p:cNvPr id="46" name="任意多边形: 形状 3"/>
          <p:cNvSpPr/>
          <p:nvPr>
            <p:custDataLst>
              <p:tags r:id="rId11"/>
            </p:custDataLst>
          </p:nvPr>
        </p:nvSpPr>
        <p:spPr>
          <a:xfrm rot="1800000">
            <a:off x="8548052" y="1777613"/>
            <a:ext cx="478155" cy="414020"/>
          </a:xfrm>
          <a:custGeom>
            <a:avLst/>
            <a:gdLst/>
            <a:ahLst/>
            <a:cxnLst/>
            <a:rect l="0" t="0" r="0" b="0"/>
            <a:pathLst>
              <a:path w="127001" h="109987">
                <a:moveTo>
                  <a:pt x="31750" y="109986"/>
                </a:moveTo>
                <a:lnTo>
                  <a:pt x="95250" y="109986"/>
                </a:lnTo>
                <a:lnTo>
                  <a:pt x="127000" y="54993"/>
                </a:lnTo>
                <a:lnTo>
                  <a:pt x="95250" y="0"/>
                </a:lnTo>
                <a:lnTo>
                  <a:pt x="31750" y="0"/>
                </a:lnTo>
                <a:lnTo>
                  <a:pt x="0" y="54993"/>
                </a:lnTo>
                <a:close/>
              </a:path>
            </a:pathLst>
          </a:custGeom>
          <a:gradFill>
            <a:gsLst>
              <a:gs pos="0">
                <a:schemeClr val="accent2">
                  <a:alpha val="100000"/>
                </a:schemeClr>
              </a:gs>
              <a:gs pos="100000">
                <a:schemeClr val="accent2">
                  <a:lumMod val="80000"/>
                  <a:lumOff val="20000"/>
                  <a:alpha val="100000"/>
                </a:schemeClr>
              </a:gs>
            </a:gsLst>
            <a:lin ang="16200000" scaled="0"/>
          </a:gradFill>
          <a:ln>
            <a:noFill/>
          </a:ln>
          <a:effectLst>
            <a:outerShdw blurRad="101600" dir="5400000" sx="90000" sy="-19000" rotWithShape="0">
              <a:schemeClr val="accent2">
                <a:alpha val="1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olidFill>
                <a:schemeClr val="lt1"/>
              </a:solidFill>
              <a:sym typeface="+mn-ea"/>
            </a:endParaRPr>
          </a:p>
        </p:txBody>
      </p:sp>
      <p:sp>
        <p:nvSpPr>
          <p:cNvPr id="54" name="任意多边形: 形状 3"/>
          <p:cNvSpPr/>
          <p:nvPr>
            <p:custDataLst>
              <p:tags r:id="rId12"/>
            </p:custDataLst>
          </p:nvPr>
        </p:nvSpPr>
        <p:spPr>
          <a:xfrm rot="1800000">
            <a:off x="8548687" y="4481305"/>
            <a:ext cx="478155" cy="414020"/>
          </a:xfrm>
          <a:custGeom>
            <a:avLst/>
            <a:gdLst/>
            <a:ahLst/>
            <a:cxnLst/>
            <a:rect l="0" t="0" r="0" b="0"/>
            <a:pathLst>
              <a:path w="127001" h="109987">
                <a:moveTo>
                  <a:pt x="31750" y="109986"/>
                </a:moveTo>
                <a:lnTo>
                  <a:pt x="95250" y="109986"/>
                </a:lnTo>
                <a:lnTo>
                  <a:pt x="127000" y="54993"/>
                </a:lnTo>
                <a:lnTo>
                  <a:pt x="95250" y="0"/>
                </a:lnTo>
                <a:lnTo>
                  <a:pt x="31750" y="0"/>
                </a:lnTo>
                <a:lnTo>
                  <a:pt x="0" y="54993"/>
                </a:lnTo>
                <a:close/>
              </a:path>
            </a:pathLst>
          </a:custGeom>
          <a:gradFill>
            <a:gsLst>
              <a:gs pos="0">
                <a:schemeClr val="accent4">
                  <a:alpha val="100000"/>
                </a:schemeClr>
              </a:gs>
              <a:gs pos="100000">
                <a:schemeClr val="accent4">
                  <a:lumMod val="80000"/>
                  <a:lumOff val="20000"/>
                  <a:alpha val="100000"/>
                </a:schemeClr>
              </a:gs>
            </a:gsLst>
            <a:lin ang="16200000" scaled="0"/>
          </a:gradFill>
          <a:ln>
            <a:noFill/>
          </a:ln>
          <a:effectLst>
            <a:outerShdw blurRad="101600" dir="5400000" sx="90000" sy="-19000" rotWithShape="0">
              <a:schemeClr val="accent4">
                <a:alpha val="1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olidFill>
                <a:schemeClr val="lt1"/>
              </a:solidFill>
              <a:sym typeface="+mn-ea"/>
            </a:endParaRPr>
          </a:p>
        </p:txBody>
      </p:sp>
      <p:sp>
        <p:nvSpPr>
          <p:cNvPr id="55" name="矩形 1"/>
          <p:cNvSpPr/>
          <p:nvPr>
            <p:custDataLst>
              <p:tags r:id="rId13"/>
            </p:custDataLst>
          </p:nvPr>
        </p:nvSpPr>
        <p:spPr>
          <a:xfrm>
            <a:off x="809943" y="3973140"/>
            <a:ext cx="2286276" cy="70576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r">
              <a:spcBef>
                <a:spcPct val="0"/>
              </a:spcBef>
              <a:spcAft>
                <a:spcPct val="0"/>
              </a:spcAft>
            </a:pPr>
            <a:r>
              <a:rPr lang="en-US" altLang="en-US" b="1">
                <a:solidFill>
                  <a:schemeClr val="accent3"/>
                </a:solidFill>
                <a:latin typeface="+mn-ea"/>
                <a:cs typeface="+mn-ea"/>
                <a:sym typeface="+mn-ea"/>
              </a:rPr>
              <a:t>3. </a:t>
            </a:r>
            <a:r>
              <a:rPr lang="zh-CN" altLang="en-US" b="1">
                <a:solidFill>
                  <a:schemeClr val="accent3"/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智能化工作流</a:t>
            </a:r>
            <a:endParaRPr lang="zh-CN" altLang="en-US" b="1">
              <a:solidFill>
                <a:schemeClr val="accent3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59" name="矩形 4"/>
          <p:cNvSpPr/>
          <p:nvPr>
            <p:custDataLst>
              <p:tags r:id="rId14"/>
            </p:custDataLst>
          </p:nvPr>
        </p:nvSpPr>
        <p:spPr>
          <a:xfrm>
            <a:off x="173839" y="4712915"/>
            <a:ext cx="2922380" cy="58039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r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400" b="1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智能理解用户输入意图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，判断是否需要进行RAG和function_call。对于每个特定的工作流分支，设计有效的prompt以达到最佳效果。有效降低算力资源浪费和用户交互体验。</a:t>
            </a:r>
            <a:endParaRPr lang="zh-CN" altLang="en-US" sz="1400">
              <a:solidFill>
                <a:schemeClr val="tx1">
                  <a:lumMod val="85000"/>
                  <a:lumOff val="15000"/>
                </a:schemeClr>
              </a:solidFill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60" name="矩形 10"/>
          <p:cNvSpPr/>
          <p:nvPr>
            <p:custDataLst>
              <p:tags r:id="rId15"/>
            </p:custDataLst>
          </p:nvPr>
        </p:nvSpPr>
        <p:spPr>
          <a:xfrm>
            <a:off x="-5700" y="1246036"/>
            <a:ext cx="3114536" cy="67925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r">
              <a:spcBef>
                <a:spcPct val="0"/>
              </a:spcBef>
              <a:spcAft>
                <a:spcPct val="0"/>
              </a:spcAft>
            </a:pPr>
            <a:r>
              <a:rPr lang="en-US" altLang="en-US" b="1">
                <a:solidFill>
                  <a:schemeClr val="accent1"/>
                </a:solidFill>
                <a:latin typeface="+mn-ea"/>
                <a:cs typeface="+mn-ea"/>
                <a:sym typeface="+mn-ea"/>
              </a:rPr>
              <a:t>1. </a:t>
            </a:r>
            <a:r>
              <a:rPr lang="zh-CN" altLang="en-US" b="1">
                <a:solidFill>
                  <a:schemeClr val="accent1"/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拟人化友好交互</a:t>
            </a:r>
            <a:endParaRPr lang="zh-CN" altLang="en-US" b="1">
              <a:solidFill>
                <a:schemeClr val="accent1"/>
              </a:solidFill>
              <a:latin typeface="华文中宋" panose="02010600040101010101" charset="-122"/>
              <a:ea typeface="华文中宋" panose="02010600040101010101" charset="-122"/>
              <a:cs typeface="+mn-ea"/>
            </a:endParaRPr>
          </a:p>
        </p:txBody>
      </p:sp>
      <p:sp>
        <p:nvSpPr>
          <p:cNvPr id="61" name="矩形 2"/>
          <p:cNvSpPr/>
          <p:nvPr>
            <p:custDataLst>
              <p:tags r:id="rId16"/>
            </p:custDataLst>
          </p:nvPr>
        </p:nvSpPr>
        <p:spPr>
          <a:xfrm>
            <a:off x="34056" y="1952681"/>
            <a:ext cx="3074779" cy="58039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r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400" b="1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后端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:客服式对话设计</a:t>
            </a:r>
            <a:r>
              <a:rPr lang="en-US" alt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,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增强用户体验;</a:t>
            </a:r>
            <a:endParaRPr lang="zh-CN" altLang="en-US" sz="1400">
              <a:solidFill>
                <a:schemeClr val="tx1">
                  <a:lumMod val="85000"/>
                  <a:lumOff val="15000"/>
                </a:schemeClr>
              </a:solidFill>
              <a:latin typeface="华文中宋" panose="02010600040101010101" charset="-122"/>
              <a:ea typeface="华文中宋" panose="02010600040101010101" charset="-122"/>
              <a:cs typeface="+mn-ea"/>
              <a:sym typeface="+mn-ea"/>
            </a:endParaRPr>
          </a:p>
          <a:p>
            <a:pPr algn="r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400" b="1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前端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</a:rPr>
              <a:t>:精美快应用和Webapp,符合现代设计规则,上手简单易用.</a:t>
            </a:r>
            <a:endParaRPr lang="zh-CN" altLang="en-US" sz="1400">
              <a:solidFill>
                <a:schemeClr val="tx1">
                  <a:lumMod val="85000"/>
                  <a:lumOff val="15000"/>
                </a:schemeClr>
              </a:solidFill>
              <a:latin typeface="华文中宋" panose="02010600040101010101" charset="-122"/>
              <a:ea typeface="华文中宋" panose="02010600040101010101" charset="-122"/>
              <a:cs typeface="+mn-ea"/>
            </a:endParaRPr>
          </a:p>
        </p:txBody>
      </p:sp>
      <p:sp>
        <p:nvSpPr>
          <p:cNvPr id="62" name="矩形 17"/>
          <p:cNvSpPr/>
          <p:nvPr>
            <p:custDataLst>
              <p:tags r:id="rId17"/>
            </p:custDataLst>
          </p:nvPr>
        </p:nvSpPr>
        <p:spPr>
          <a:xfrm>
            <a:off x="9194482" y="4254610"/>
            <a:ext cx="2279650" cy="699135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just">
              <a:spcBef>
                <a:spcPct val="0"/>
              </a:spcBef>
              <a:spcAft>
                <a:spcPct val="0"/>
              </a:spcAft>
            </a:pPr>
            <a:r>
              <a:rPr lang="en-US" altLang="en-US" b="1">
                <a:solidFill>
                  <a:schemeClr val="accent4"/>
                </a:solidFill>
                <a:latin typeface="+mn-ea"/>
                <a:cs typeface="+mn-ea"/>
                <a:sym typeface="+mn-ea"/>
              </a:rPr>
              <a:t>4. </a:t>
            </a:r>
            <a:r>
              <a:rPr lang="en-US" altLang="en-US" b="1" err="1">
                <a:solidFill>
                  <a:schemeClr val="accent4"/>
                </a:solidFill>
                <a:latin typeface="+mn-ea"/>
                <a:cs typeface="+mn-ea"/>
                <a:sym typeface="+mn-ea"/>
              </a:rPr>
              <a:t>智能风险评估模型</a:t>
            </a:r>
            <a:endParaRPr lang="en-US" altLang="en-US" b="1" err="1">
              <a:solidFill>
                <a:schemeClr val="accent4"/>
              </a:solidFill>
              <a:latin typeface="+mn-ea"/>
              <a:cs typeface="+mn-ea"/>
              <a:sym typeface="+mn-ea"/>
            </a:endParaRPr>
          </a:p>
          <a:p>
            <a:pPr algn="just">
              <a:spcBef>
                <a:spcPct val="0"/>
              </a:spcBef>
              <a:spcAft>
                <a:spcPct val="0"/>
              </a:spcAft>
            </a:pPr>
            <a:endParaRPr lang="en-US" altLang="en-US" b="1">
              <a:solidFill>
                <a:schemeClr val="accent4"/>
              </a:solidFill>
            </a:endParaRPr>
          </a:p>
        </p:txBody>
      </p:sp>
      <p:sp>
        <p:nvSpPr>
          <p:cNvPr id="63" name="矩形 18"/>
          <p:cNvSpPr/>
          <p:nvPr>
            <p:custDataLst>
              <p:tags r:id="rId18"/>
            </p:custDataLst>
          </p:nvPr>
        </p:nvSpPr>
        <p:spPr>
          <a:xfrm>
            <a:off x="9194482" y="4682959"/>
            <a:ext cx="2856119" cy="60689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just">
              <a:lnSpc>
                <a:spcPct val="130000"/>
              </a:lnSpc>
            </a:pPr>
            <a:r>
              <a:rPr lang="zh-CN" sz="1400" b="1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多维度评分</a:t>
            </a:r>
            <a:r>
              <a:rPr 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:结合价格偏离度、平台可信度等数据判断风险星级。</a:t>
            </a:r>
            <a:endParaRPr lang="zh-CN" sz="1400">
              <a:solidFill>
                <a:schemeClr val="tx1">
                  <a:lumMod val="85000"/>
                  <a:lumOff val="15000"/>
                </a:schemeClr>
              </a:solidFill>
              <a:latin typeface="华文中宋" panose="02010600040101010101" charset="-122"/>
              <a:ea typeface="华文中宋" panose="02010600040101010101" charset="-122"/>
              <a:cs typeface="+mn-ea"/>
              <a:sym typeface="+mn-ea"/>
            </a:endParaRPr>
          </a:p>
          <a:p>
            <a:pPr algn="just">
              <a:lnSpc>
                <a:spcPct val="130000"/>
              </a:lnSpc>
            </a:pPr>
            <a:r>
              <a:rPr lang="zh-CN" sz="1400" b="1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智能应对建议</a:t>
            </a:r>
            <a:r>
              <a:rPr 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:智能给出应对建议，如"不要转账"、"仔细鉴别"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等</a:t>
            </a:r>
            <a:r>
              <a:rPr 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。</a:t>
            </a:r>
            <a:endParaRPr lang="zh-CN" sz="1400">
              <a:solidFill>
                <a:schemeClr val="tx1">
                  <a:lumMod val="85000"/>
                  <a:lumOff val="15000"/>
                </a:schemeClr>
              </a:solidFill>
              <a:latin typeface="华文中宋" panose="02010600040101010101" charset="-122"/>
              <a:ea typeface="华文中宋" panose="02010600040101010101" charset="-122"/>
              <a:cs typeface="+mn-ea"/>
            </a:endParaRPr>
          </a:p>
          <a:p>
            <a:pPr algn="just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sz="1400" b="1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风险鉴别</a:t>
            </a:r>
            <a:r>
              <a:rPr 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:自动标注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 “</a:t>
            </a:r>
            <a:r>
              <a:rPr 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低价诱骗”“虚假宣传”“私下交易” 等具体风险类型</a:t>
            </a:r>
            <a:endParaRPr lang="zh-CN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64" name="矩形 19"/>
          <p:cNvSpPr/>
          <p:nvPr>
            <p:custDataLst>
              <p:tags r:id="rId19"/>
            </p:custDataLst>
          </p:nvPr>
        </p:nvSpPr>
        <p:spPr>
          <a:xfrm>
            <a:off x="5413693" y="2908935"/>
            <a:ext cx="1417320" cy="870585"/>
          </a:xfrm>
          <a:prstGeom prst="rect">
            <a:avLst/>
          </a:prstGeom>
          <a:noFill/>
          <a:ln>
            <a:noFill/>
          </a:ln>
        </p:spPr>
        <p:txBody>
          <a:bodyPr wrap="square" lIns="90170" tIns="45720" rIns="90170" bIns="45720" rtlCol="0" anchor="b" anchorCtr="0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sz="2400" b="1">
                <a:solidFill>
                  <a:srgbClr val="FFFFFF"/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创新点</a:t>
            </a:r>
            <a:endParaRPr lang="zh-CN" altLang="en-US" sz="2400" b="1">
              <a:solidFill>
                <a:srgbClr val="FFFFFF"/>
              </a:solidFill>
              <a:latin typeface="华文中宋" panose="02010600040101010101" charset="-122"/>
              <a:ea typeface="华文中宋" panose="02010600040101010101" charset="-122"/>
              <a:cs typeface="+mn-ea"/>
            </a:endParaRPr>
          </a:p>
        </p:txBody>
      </p:sp>
      <p:sp>
        <p:nvSpPr>
          <p:cNvPr id="65" name="矩形 20"/>
          <p:cNvSpPr/>
          <p:nvPr>
            <p:custDataLst>
              <p:tags r:id="rId20"/>
            </p:custDataLst>
          </p:nvPr>
        </p:nvSpPr>
        <p:spPr>
          <a:xfrm>
            <a:off x="9194482" y="1281678"/>
            <a:ext cx="2279650" cy="699135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just">
              <a:spcBef>
                <a:spcPct val="0"/>
              </a:spcBef>
              <a:spcAft>
                <a:spcPct val="0"/>
              </a:spcAft>
            </a:pPr>
            <a:r>
              <a:rPr lang="en-US" altLang="en-US" b="1">
                <a:solidFill>
                  <a:schemeClr val="accent2"/>
                </a:solidFill>
                <a:latin typeface="+mn-ea"/>
                <a:cs typeface="+mn-ea"/>
                <a:sym typeface="+mn-ea"/>
              </a:rPr>
              <a:t>2. </a:t>
            </a:r>
            <a:r>
              <a:rPr lang="en-US" altLang="en-US" b="1" err="1">
                <a:solidFill>
                  <a:schemeClr val="accent2"/>
                </a:solidFill>
                <a:latin typeface="+mn-ea"/>
                <a:cs typeface="+mn-ea"/>
                <a:sym typeface="+mn-ea"/>
              </a:rPr>
              <a:t>购物反诈特异化</a:t>
            </a:r>
            <a:endParaRPr lang="en-US" altLang="en-US" b="1">
              <a:solidFill>
                <a:schemeClr val="accent2"/>
              </a:solidFill>
            </a:endParaRPr>
          </a:p>
        </p:txBody>
      </p:sp>
      <p:sp>
        <p:nvSpPr>
          <p:cNvPr id="66" name="矩形 21"/>
          <p:cNvSpPr/>
          <p:nvPr>
            <p:custDataLst>
              <p:tags r:id="rId21"/>
            </p:custDataLst>
          </p:nvPr>
        </p:nvSpPr>
        <p:spPr>
          <a:xfrm>
            <a:off x="9194482" y="2014827"/>
            <a:ext cx="2690467" cy="2395937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just">
              <a:lnSpc>
                <a:spcPct val="130000"/>
              </a:lnSpc>
            </a:pPr>
            <a:r>
              <a:rPr lang="en-US" altLang="zh-CN" sz="1400" b="1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10000+诈骗</a:t>
            </a:r>
            <a:r>
              <a:rPr lang="zh-CN" altLang="en-US" sz="1400" b="1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知识库集成</a:t>
            </a:r>
            <a:r>
              <a:rPr lang="en-US" alt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: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基于诈骗案例库辅助风险判断。</a:t>
            </a:r>
            <a:endParaRPr lang="en-US" altLang="zh-CN" sz="1400">
              <a:solidFill>
                <a:schemeClr val="tx1">
                  <a:lumMod val="85000"/>
                  <a:lumOff val="15000"/>
                </a:schemeClr>
              </a:solidFill>
              <a:latin typeface="华文中宋" panose="02010600040101010101" charset="-122"/>
              <a:ea typeface="华文中宋" panose="02010600040101010101" charset="-122"/>
              <a:cs typeface="+mn-ea"/>
            </a:endParaRPr>
          </a:p>
          <a:p>
            <a:pPr algn="just">
              <a:lnSpc>
                <a:spcPct val="130000"/>
              </a:lnSpc>
            </a:pPr>
            <a:r>
              <a:rPr lang="zh-CN" altLang="en-US" sz="1400" b="1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智能调用联网搜索</a:t>
            </a:r>
            <a:r>
              <a:rPr lang="en-US" alt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: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能够智能识别用户需求，智能调用搜索引擎，增强分析时效性。</a:t>
            </a:r>
            <a:endParaRPr lang="en-US" altLang="zh-CN" sz="1400">
              <a:solidFill>
                <a:schemeClr val="tx1">
                  <a:lumMod val="85000"/>
                  <a:lumOff val="15000"/>
                </a:schemeClr>
              </a:solidFill>
              <a:latin typeface="华文中宋" panose="02010600040101010101" charset="-122"/>
              <a:ea typeface="华文中宋" panose="02010600040101010101" charset="-122"/>
              <a:cs typeface="+mn-ea"/>
            </a:endParaRPr>
          </a:p>
          <a:p>
            <a:pPr algn="just">
              <a:lnSpc>
                <a:spcPct val="130000"/>
              </a:lnSpc>
            </a:pPr>
            <a:r>
              <a:rPr lang="zh-CN" altLang="en-US" sz="1400" b="1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特质化查询改写</a:t>
            </a:r>
            <a:r>
              <a:rPr lang="en-US" alt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: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专为购物反诈设计一套查询改写机制</a:t>
            </a:r>
            <a:r>
              <a:rPr lang="en-US" alt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,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华文中宋" panose="02010600040101010101" charset="-122"/>
                <a:ea typeface="华文中宋" panose="02010600040101010101" charset="-122"/>
                <a:cs typeface="+mn-ea"/>
                <a:sym typeface="+mn-ea"/>
              </a:rPr>
              <a:t>提高查询和判断准确性。</a:t>
            </a:r>
            <a:endParaRPr lang="en-US" sz="1400">
              <a:solidFill>
                <a:schemeClr val="tx1">
                  <a:lumMod val="85000"/>
                  <a:lumOff val="15000"/>
                </a:schemeClr>
              </a:solidFill>
              <a:latin typeface="华文中宋" panose="02010600040101010101" charset="-122"/>
              <a:ea typeface="华文中宋" panose="02010600040101010101" charset="-122"/>
              <a:cs typeface="+mn-ea"/>
            </a:endParaRPr>
          </a:p>
        </p:txBody>
      </p:sp>
      <p:sp>
        <p:nvSpPr>
          <p:cNvPr id="67" name="椭圆 3"/>
          <p:cNvSpPr/>
          <p:nvPr>
            <p:custDataLst>
              <p:tags r:id="rId22"/>
            </p:custDataLst>
          </p:nvPr>
        </p:nvSpPr>
        <p:spPr>
          <a:xfrm>
            <a:off x="4577398" y="4201160"/>
            <a:ext cx="170180" cy="170180"/>
          </a:xfrm>
          <a:prstGeom prst="ellipse">
            <a:avLst/>
          </a:prstGeom>
          <a:noFill/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olidFill>
                <a:schemeClr val="lt1"/>
              </a:solidFill>
              <a:sym typeface="+mn-ea"/>
            </a:endParaRPr>
          </a:p>
        </p:txBody>
      </p:sp>
      <p:sp>
        <p:nvSpPr>
          <p:cNvPr id="68" name="椭圆 5"/>
          <p:cNvSpPr/>
          <p:nvPr>
            <p:custDataLst>
              <p:tags r:id="rId23"/>
            </p:custDataLst>
          </p:nvPr>
        </p:nvSpPr>
        <p:spPr>
          <a:xfrm>
            <a:off x="4624388" y="4248150"/>
            <a:ext cx="75565" cy="7556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olidFill>
                <a:schemeClr val="lt1"/>
              </a:solidFill>
              <a:sym typeface="+mn-ea"/>
            </a:endParaRPr>
          </a:p>
        </p:txBody>
      </p:sp>
      <p:sp>
        <p:nvSpPr>
          <p:cNvPr id="69" name="椭圆 6"/>
          <p:cNvSpPr/>
          <p:nvPr>
            <p:custDataLst>
              <p:tags r:id="rId24"/>
            </p:custDataLst>
          </p:nvPr>
        </p:nvSpPr>
        <p:spPr>
          <a:xfrm>
            <a:off x="4577398" y="3378835"/>
            <a:ext cx="170180" cy="170180"/>
          </a:xfrm>
          <a:prstGeom prst="ellipse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olidFill>
                <a:schemeClr val="lt1"/>
              </a:solidFill>
              <a:sym typeface="+mn-ea"/>
            </a:endParaRPr>
          </a:p>
        </p:txBody>
      </p:sp>
      <p:sp>
        <p:nvSpPr>
          <p:cNvPr id="70" name="椭圆 8"/>
          <p:cNvSpPr/>
          <p:nvPr>
            <p:custDataLst>
              <p:tags r:id="rId25"/>
            </p:custDataLst>
          </p:nvPr>
        </p:nvSpPr>
        <p:spPr>
          <a:xfrm>
            <a:off x="4624388" y="3425825"/>
            <a:ext cx="75565" cy="7556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olidFill>
                <a:schemeClr val="lt1"/>
              </a:solidFill>
              <a:sym typeface="+mn-ea"/>
            </a:endParaRPr>
          </a:p>
        </p:txBody>
      </p:sp>
      <p:sp>
        <p:nvSpPr>
          <p:cNvPr id="71" name="椭圆 11"/>
          <p:cNvSpPr/>
          <p:nvPr>
            <p:custDataLst>
              <p:tags r:id="rId26"/>
            </p:custDataLst>
          </p:nvPr>
        </p:nvSpPr>
        <p:spPr>
          <a:xfrm>
            <a:off x="7511732" y="4208145"/>
            <a:ext cx="170180" cy="170180"/>
          </a:xfrm>
          <a:prstGeom prst="ellipse">
            <a:avLst/>
          </a:prstGeom>
          <a:noFill/>
          <a:ln w="31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olidFill>
                <a:schemeClr val="lt1"/>
              </a:solidFill>
              <a:sym typeface="+mn-ea"/>
            </a:endParaRPr>
          </a:p>
        </p:txBody>
      </p:sp>
      <p:sp>
        <p:nvSpPr>
          <p:cNvPr id="72" name="椭圆 26"/>
          <p:cNvSpPr/>
          <p:nvPr>
            <p:custDataLst>
              <p:tags r:id="rId27"/>
            </p:custDataLst>
          </p:nvPr>
        </p:nvSpPr>
        <p:spPr>
          <a:xfrm>
            <a:off x="7558722" y="4255135"/>
            <a:ext cx="75565" cy="75565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olidFill>
                <a:schemeClr val="lt1"/>
              </a:solidFill>
              <a:sym typeface="+mn-ea"/>
            </a:endParaRPr>
          </a:p>
        </p:txBody>
      </p:sp>
      <p:sp>
        <p:nvSpPr>
          <p:cNvPr id="73" name="椭圆 36"/>
          <p:cNvSpPr/>
          <p:nvPr>
            <p:custDataLst>
              <p:tags r:id="rId28"/>
            </p:custDataLst>
          </p:nvPr>
        </p:nvSpPr>
        <p:spPr>
          <a:xfrm>
            <a:off x="7511732" y="3378835"/>
            <a:ext cx="170180" cy="170180"/>
          </a:xfrm>
          <a:prstGeom prst="ellipse">
            <a:avLst/>
          </a:prstGeom>
          <a:noFill/>
          <a:ln w="3175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olidFill>
                <a:schemeClr val="lt1"/>
              </a:solidFill>
              <a:sym typeface="+mn-ea"/>
            </a:endParaRPr>
          </a:p>
        </p:txBody>
      </p:sp>
      <p:sp>
        <p:nvSpPr>
          <p:cNvPr id="74" name="椭圆 41"/>
          <p:cNvSpPr/>
          <p:nvPr>
            <p:custDataLst>
              <p:tags r:id="rId29"/>
            </p:custDataLst>
          </p:nvPr>
        </p:nvSpPr>
        <p:spPr>
          <a:xfrm>
            <a:off x="7558722" y="3425825"/>
            <a:ext cx="75565" cy="7556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olidFill>
                <a:schemeClr val="lt1"/>
              </a:solidFill>
              <a:sym typeface="+mn-ea"/>
            </a:endParaRPr>
          </a:p>
        </p:txBody>
      </p:sp>
      <p:pic>
        <p:nvPicPr>
          <p:cNvPr id="75" name="图片 5" descr="343435383036303b343532343134393bcdb7c4d4b7e7b1a9"/>
          <p:cNvPicPr>
            <a:picLocks noChangeAspect="1"/>
          </p:cNvPicPr>
          <p:nvPr>
            <p:custDataLst>
              <p:tags r:id="rId30"/>
            </p:custDataLst>
          </p:nvPr>
        </p:nvPicPr>
        <p:blipFill>
          <a:blip r:embed="rId31"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3327083" y="1854532"/>
            <a:ext cx="216000" cy="216000"/>
          </a:xfrm>
          <a:prstGeom prst="rect">
            <a:avLst/>
          </a:prstGeom>
        </p:spPr>
      </p:pic>
      <p:pic>
        <p:nvPicPr>
          <p:cNvPr id="76" name="图片 12" descr="343439383331313b343532303032383bbfcdbba7b9dcc0ed"/>
          <p:cNvPicPr>
            <a:picLocks noChangeAspect="1"/>
          </p:cNvPicPr>
          <p:nvPr>
            <p:custDataLst>
              <p:tags r:id="rId33"/>
            </p:custDataLst>
          </p:nvPr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8679497" y="1874768"/>
            <a:ext cx="216000" cy="216000"/>
          </a:xfrm>
          <a:prstGeom prst="rect">
            <a:avLst/>
          </a:prstGeom>
        </p:spPr>
      </p:pic>
      <p:pic>
        <p:nvPicPr>
          <p:cNvPr id="77" name="图片 19" descr="343435383038363b343532323339393bd6b4d0d0d5aad2aa"/>
          <p:cNvPicPr>
            <a:picLocks noChangeAspect="1"/>
          </p:cNvPicPr>
          <p:nvPr>
            <p:custDataLst>
              <p:tags r:id="rId36"/>
            </p:custDataLst>
          </p:nvPr>
        </p:nvPicPr>
        <p:blipFill>
          <a:blip r:embed="rId37"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3331528" y="4601790"/>
            <a:ext cx="208800" cy="208800"/>
          </a:xfrm>
          <a:prstGeom prst="rect">
            <a:avLst/>
          </a:prstGeom>
        </p:spPr>
      </p:pic>
      <p:pic>
        <p:nvPicPr>
          <p:cNvPr id="78" name="图片 15" descr="343439383331313b343532303033313bd3a6d3c3c9ccb3c7"/>
          <p:cNvPicPr>
            <a:picLocks noChangeAspect="1"/>
          </p:cNvPicPr>
          <p:nvPr>
            <p:custDataLst>
              <p:tags r:id="rId39"/>
            </p:custDataLst>
          </p:nvPr>
        </p:nvPicPr>
        <p:blipFill>
          <a:blip r:embed="rId40"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tretch>
            <a:fillRect/>
          </a:stretch>
        </p:blipFill>
        <p:spPr>
          <a:xfrm>
            <a:off x="8690292" y="4578460"/>
            <a:ext cx="198000" cy="198000"/>
          </a:xfrm>
          <a:prstGeom prst="rect">
            <a:avLst/>
          </a:prstGeom>
        </p:spPr>
      </p:pic>
    </p:spTree>
    <p:custDataLst>
      <p:tags r:id="rId42"/>
    </p:custData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AutoShape 3"/>
          <p:cNvSpPr>
            <a:spLocks noChangeAspect="1" noChangeArrowheads="1" noTextEdit="1"/>
          </p:cNvSpPr>
          <p:nvPr/>
        </p:nvSpPr>
        <p:spPr bwMode="auto">
          <a:xfrm>
            <a:off x="619765" y="1679280"/>
            <a:ext cx="801370" cy="73914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schemeClr val="dk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1"/>
          <p:cNvSpPr txBox="1"/>
          <p:nvPr/>
        </p:nvSpPr>
        <p:spPr>
          <a:xfrm>
            <a:off x="1311503" y="269819"/>
            <a:ext cx="7688011" cy="551815"/>
          </a:xfrm>
          <a:prstGeom prst="rect">
            <a:avLst/>
          </a:prstGeom>
          <a:noFill/>
        </p:spPr>
        <p:txBody>
          <a:bodyPr wrap="square" lIns="63500" tIns="25400" rIns="63500" bIns="25400" rtlCol="0" anchor="b" anchorCtr="0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r>
              <a:rPr lang="zh-CN" altLang="en-US" sz="3200" b="1" spc="230">
                <a:latin typeface="vivo Sans" panose="02000500000000000000" pitchFamily="2" charset="-122"/>
                <a:ea typeface="vivo Sans" panose="02000500000000000000" pitchFamily="2" charset="-122"/>
                <a:cs typeface="vivo Sans" panose="02000500000000000000" pitchFamily="2" charset="-122"/>
              </a:rPr>
              <a:t>作品策划</a:t>
            </a:r>
            <a:endParaRPr lang="zh-CN" altLang="en-US" sz="3200" b="1" spc="230">
              <a:solidFill>
                <a:schemeClr val="tx1"/>
              </a:solidFill>
              <a:uFillTx/>
              <a:latin typeface="vivo Sans" panose="02000500000000000000" pitchFamily="2" charset="-122"/>
              <a:ea typeface="vivo Sans" panose="02000500000000000000" pitchFamily="2" charset="-122"/>
              <a:cs typeface="vivo Sans" panose="02000500000000000000" pitchFamily="2" charset="-122"/>
            </a:endParaRPr>
          </a:p>
        </p:txBody>
      </p:sp>
      <p:sp>
        <p:nvSpPr>
          <p:cNvPr id="42" name="文本框 2"/>
          <p:cNvSpPr txBox="1"/>
          <p:nvPr/>
        </p:nvSpPr>
        <p:spPr>
          <a:xfrm>
            <a:off x="244475" y="1942465"/>
            <a:ext cx="11480800" cy="2399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u"/>
            </a:pPr>
            <a:endParaRPr lang="zh-CN" altLang="en-US">
              <a:solidFill>
                <a:srgbClr val="415FFF"/>
              </a:solidFill>
              <a:effectLst/>
              <a:latin typeface="vivo Sans" panose="02000500000000000000" pitchFamily="2" charset="-122"/>
              <a:ea typeface="vivo Sans" panose="02000500000000000000" pitchFamily="2" charset="-122"/>
              <a:cs typeface="vivo Sans" panose="02000500000000000000" pitchFamily="2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u"/>
            </a:pPr>
            <a:endParaRPr lang="en-US" altLang="zh-CN">
              <a:solidFill>
                <a:srgbClr val="415FFF"/>
              </a:solidFill>
              <a:effectLst/>
              <a:latin typeface="vivo Sans" panose="02000500000000000000" pitchFamily="2" charset="-122"/>
              <a:ea typeface="vivo Sans" panose="02000500000000000000" pitchFamily="2" charset="-122"/>
              <a:cs typeface="vivo Sans" panose="02000500000000000000" pitchFamily="2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kumimoji="1" lang="zh-CN" altLang="en-US" sz="3200" b="1">
                <a:solidFill>
                  <a:srgbClr val="415FFF"/>
                </a:solidFill>
                <a:latin typeface="vivo Sans" panose="02000500000000000000" pitchFamily="2" charset="-122"/>
                <a:ea typeface="vivo Sans" panose="02000500000000000000" pitchFamily="2" charset="-122"/>
                <a:cs typeface="vivo Sans" panose="02000500000000000000" pitchFamily="2" charset="-122"/>
              </a:rPr>
              <a:t>策划文档</a:t>
            </a:r>
            <a:r>
              <a:rPr kumimoji="1" lang="en-US" altLang="zh-CN" sz="3200" b="1">
                <a:solidFill>
                  <a:srgbClr val="415FFF"/>
                </a:solidFill>
                <a:latin typeface="vivo Sans" panose="02000500000000000000" pitchFamily="2" charset="-122"/>
                <a:ea typeface="vivo Sans" panose="02000500000000000000" pitchFamily="2" charset="-122"/>
                <a:cs typeface="vivo Sans" panose="02000500000000000000" pitchFamily="2" charset="-122"/>
              </a:rPr>
              <a:t>:</a:t>
            </a:r>
            <a:r>
              <a:rPr kumimoji="1" lang="zh-CN" altLang="en-US" sz="3200">
                <a:solidFill>
                  <a:srgbClr val="415FFF"/>
                </a:solidFill>
                <a:latin typeface="vivo Sans" panose="02000500000000000000" pitchFamily="2" charset="-122"/>
                <a:ea typeface="vivo Sans" panose="02000500000000000000" pitchFamily="2" charset="-122"/>
                <a:cs typeface="vivo Sans" panose="02000500000000000000" pitchFamily="2" charset="-122"/>
              </a:rPr>
              <a:t>请见</a:t>
            </a:r>
            <a:r>
              <a:rPr kumimoji="1" lang="en-US" altLang="zh-CN" sz="3200">
                <a:solidFill>
                  <a:srgbClr val="415FFF"/>
                </a:solidFill>
                <a:latin typeface="vivo Sans" panose="02000500000000000000" pitchFamily="2" charset="-122"/>
                <a:ea typeface="vivo Sans" panose="02000500000000000000" pitchFamily="2" charset="-122"/>
                <a:cs typeface="vivo Sans" panose="02000500000000000000" pitchFamily="2" charset="-122"/>
              </a:rPr>
              <a:t>submission</a:t>
            </a:r>
            <a:r>
              <a:rPr kumimoji="1" lang="zh-CN" altLang="en-US" sz="3200">
                <a:solidFill>
                  <a:srgbClr val="415FFF"/>
                </a:solidFill>
                <a:latin typeface="vivo Sans" panose="02000500000000000000" pitchFamily="2" charset="-122"/>
                <a:ea typeface="vivo Sans" panose="02000500000000000000" pitchFamily="2" charset="-122"/>
                <a:cs typeface="vivo Sans" panose="02000500000000000000" pitchFamily="2" charset="-122"/>
              </a:rPr>
              <a:t>文件夹中的</a:t>
            </a:r>
            <a:r>
              <a:rPr kumimoji="1" lang="en-US" altLang="zh-CN" sz="3200">
                <a:solidFill>
                  <a:srgbClr val="415FFF"/>
                </a:solidFill>
                <a:latin typeface="vivo Sans" panose="02000500000000000000" pitchFamily="2" charset="-122"/>
                <a:ea typeface="vivo Sans" panose="02000500000000000000" pitchFamily="2" charset="-122"/>
                <a:cs typeface="vivo Sans" panose="02000500000000000000" pitchFamily="2" charset="-122"/>
              </a:rPr>
              <a:t>Bluelm-Shopguard</a:t>
            </a:r>
            <a:r>
              <a:rPr kumimoji="1" lang="zh-CN" altLang="en-US" sz="3200">
                <a:solidFill>
                  <a:srgbClr val="415FFF"/>
                </a:solidFill>
                <a:latin typeface="vivo Sans" panose="02000500000000000000" pitchFamily="2" charset="-122"/>
                <a:ea typeface="vivo Sans" panose="02000500000000000000" pitchFamily="2" charset="-122"/>
                <a:cs typeface="vivo Sans" panose="02000500000000000000" pitchFamily="2" charset="-122"/>
              </a:rPr>
              <a:t>作品策划</a:t>
            </a:r>
            <a:r>
              <a:rPr kumimoji="1" lang="en-US" altLang="zh-CN" sz="3200">
                <a:solidFill>
                  <a:srgbClr val="415FFF"/>
                </a:solidFill>
                <a:latin typeface="vivo Sans" panose="02000500000000000000" pitchFamily="2" charset="-122"/>
                <a:ea typeface="vivo Sans" panose="02000500000000000000" pitchFamily="2" charset="-122"/>
                <a:cs typeface="vivo Sans" panose="02000500000000000000" pitchFamily="2" charset="-122"/>
              </a:rPr>
              <a:t>.docx</a:t>
            </a:r>
            <a:endParaRPr kumimoji="1" lang="en-US" altLang="zh-CN" sz="3200">
              <a:solidFill>
                <a:srgbClr val="415FFF"/>
              </a:solidFill>
              <a:latin typeface="vivo Sans" panose="02000500000000000000" pitchFamily="2" charset="-122"/>
              <a:ea typeface="vivo Sans" panose="02000500000000000000" pitchFamily="2" charset="-122"/>
              <a:cs typeface="vivo Sans" panose="02000500000000000000" pitchFamily="2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AutoShape 3"/>
          <p:cNvSpPr>
            <a:spLocks noChangeAspect="1" noChangeArrowheads="1" noTextEdit="1"/>
          </p:cNvSpPr>
          <p:nvPr/>
        </p:nvSpPr>
        <p:spPr bwMode="auto">
          <a:xfrm>
            <a:off x="619765" y="1679280"/>
            <a:ext cx="801370" cy="73914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schemeClr val="dk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1"/>
          <p:cNvSpPr txBox="1"/>
          <p:nvPr/>
        </p:nvSpPr>
        <p:spPr>
          <a:xfrm>
            <a:off x="1311503" y="269819"/>
            <a:ext cx="7688011" cy="551815"/>
          </a:xfrm>
          <a:prstGeom prst="rect">
            <a:avLst/>
          </a:prstGeom>
          <a:noFill/>
        </p:spPr>
        <p:txBody>
          <a:bodyPr wrap="square" lIns="63500" tIns="25400" rIns="63500" bIns="25400" rtlCol="0" anchor="b" anchorCtr="0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r>
              <a:rPr lang="zh-CN" altLang="en-US" sz="3200" spc="230">
                <a:latin typeface="vivo Sans" panose="02000500000000000000" pitchFamily="2" charset="-122"/>
                <a:ea typeface="vivo Sans" panose="02000500000000000000" pitchFamily="2" charset="-122"/>
                <a:cs typeface="vivo Sans" panose="02000500000000000000" pitchFamily="2" charset="-122"/>
              </a:rPr>
              <a:t>作品策划</a:t>
            </a:r>
            <a:endParaRPr lang="zh-CN" altLang="en-US" sz="3200" spc="230">
              <a:solidFill>
                <a:schemeClr val="tx1"/>
              </a:solidFill>
              <a:uFillTx/>
              <a:latin typeface="vivo Sans" panose="02000500000000000000" pitchFamily="2" charset="-122"/>
              <a:ea typeface="vivo Sans" panose="02000500000000000000" pitchFamily="2" charset="-122"/>
              <a:cs typeface="vivo Sans" panose="02000500000000000000" pitchFamily="2" charset="-122"/>
            </a:endParaRPr>
          </a:p>
        </p:txBody>
      </p:sp>
      <p:sp>
        <p:nvSpPr>
          <p:cNvPr id="42" name="文本框 2"/>
          <p:cNvSpPr txBox="1"/>
          <p:nvPr/>
        </p:nvSpPr>
        <p:spPr>
          <a:xfrm>
            <a:off x="688975" y="1458595"/>
            <a:ext cx="11149965" cy="3969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kumimoji="1" lang="zh-CN" altLang="en-US" sz="3200" b="1">
                <a:solidFill>
                  <a:srgbClr val="415FFF"/>
                </a:solidFill>
                <a:latin typeface="vivo Sans" panose="02000500000000000000" pitchFamily="2" charset="-122"/>
                <a:ea typeface="vivo Sans" panose="02000500000000000000" pitchFamily="2" charset="-122"/>
                <a:cs typeface="vivo Sans" panose="02000500000000000000" pitchFamily="2" charset="-122"/>
              </a:rPr>
              <a:t>产品演示视频</a:t>
            </a:r>
            <a:r>
              <a:rPr kumimoji="1" lang="en-US" altLang="zh-CN" sz="3200">
                <a:solidFill>
                  <a:srgbClr val="415FFF"/>
                </a:solidFill>
                <a:latin typeface="vivo Sans" panose="02000500000000000000" pitchFamily="2" charset="-122"/>
                <a:ea typeface="vivo Sans" panose="02000500000000000000" pitchFamily="2" charset="-122"/>
                <a:cs typeface="vivo Sans" panose="02000500000000000000" pitchFamily="2" charset="-122"/>
              </a:rPr>
              <a:t>:</a:t>
            </a:r>
            <a:r>
              <a:rPr kumimoji="1" lang="zh-CN" altLang="en-US" sz="3200">
                <a:solidFill>
                  <a:srgbClr val="415FFF"/>
                </a:solidFill>
                <a:latin typeface="vivo Sans" panose="02000500000000000000" pitchFamily="2" charset="-122"/>
                <a:ea typeface="vivo Sans" panose="02000500000000000000" pitchFamily="2" charset="-122"/>
                <a:cs typeface="vivo Sans" panose="02000500000000000000" pitchFamily="2" charset="-122"/>
              </a:rPr>
              <a:t>请见</a:t>
            </a:r>
            <a:r>
              <a:rPr kumimoji="1" lang="en-US" altLang="zh-CN" sz="3200">
                <a:solidFill>
                  <a:srgbClr val="415FFF"/>
                </a:solidFill>
                <a:latin typeface="vivo Sans" panose="02000500000000000000" pitchFamily="2" charset="-122"/>
                <a:ea typeface="vivo Sans" panose="02000500000000000000" pitchFamily="2" charset="-122"/>
                <a:cs typeface="vivo Sans" panose="02000500000000000000" pitchFamily="2" charset="-122"/>
              </a:rPr>
              <a:t>submission</a:t>
            </a:r>
            <a:r>
              <a:rPr kumimoji="1" lang="zh-CN" altLang="en-US" sz="3200">
                <a:solidFill>
                  <a:srgbClr val="415FFF"/>
                </a:solidFill>
                <a:latin typeface="vivo Sans" panose="02000500000000000000" pitchFamily="2" charset="-122"/>
                <a:ea typeface="vivo Sans" panose="02000500000000000000" pitchFamily="2" charset="-122"/>
                <a:cs typeface="vivo Sans" panose="02000500000000000000" pitchFamily="2" charset="-122"/>
              </a:rPr>
              <a:t>文件夹中的</a:t>
            </a:r>
            <a:r>
              <a:rPr kumimoji="1" lang="en-US" altLang="zh-CN" sz="3200">
                <a:solidFill>
                  <a:srgbClr val="415FFF"/>
                </a:solidFill>
                <a:latin typeface="vivo Sans" panose="02000500000000000000" pitchFamily="2" charset="-122"/>
                <a:ea typeface="vivo Sans" panose="02000500000000000000" pitchFamily="2" charset="-122"/>
                <a:cs typeface="vivo Sans" panose="02000500000000000000" pitchFamily="2" charset="-122"/>
              </a:rPr>
              <a:t>Bluelm-Shopguard.MP4</a:t>
            </a:r>
            <a:endParaRPr kumimoji="1" lang="en-US" altLang="zh-CN" sz="3200">
              <a:solidFill>
                <a:srgbClr val="415FFF"/>
              </a:solidFill>
              <a:latin typeface="vivo Sans" panose="02000500000000000000" pitchFamily="2" charset="-122"/>
              <a:ea typeface="vivo Sans" panose="02000500000000000000" pitchFamily="2" charset="-122"/>
              <a:cs typeface="vivo Sans" panose="02000500000000000000" pitchFamily="2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kumimoji="1" lang="zh-CN" altLang="en-US" sz="3200" b="1">
                <a:solidFill>
                  <a:srgbClr val="415FFF"/>
                </a:solidFill>
                <a:latin typeface="vivo Sans" panose="02000500000000000000" pitchFamily="2" charset="-122"/>
                <a:ea typeface="vivo Sans" panose="02000500000000000000" pitchFamily="2" charset="-122"/>
                <a:cs typeface="vivo Sans" panose="02000500000000000000" pitchFamily="2" charset="-122"/>
              </a:rPr>
              <a:t>源代码</a:t>
            </a:r>
            <a:r>
              <a:rPr kumimoji="1" lang="zh-CN" altLang="en-US" sz="3200">
                <a:solidFill>
                  <a:srgbClr val="415FFF"/>
                </a:solidFill>
                <a:latin typeface="vivo Sans" panose="02000500000000000000" pitchFamily="2" charset="-122"/>
                <a:ea typeface="vivo Sans" panose="02000500000000000000" pitchFamily="2" charset="-122"/>
                <a:cs typeface="vivo Sans" panose="02000500000000000000" pitchFamily="2" charset="-122"/>
              </a:rPr>
              <a:t>：</a:t>
            </a:r>
            <a:endParaRPr kumimoji="1" lang="zh-CN" altLang="en-US" sz="3200">
              <a:solidFill>
                <a:srgbClr val="415FFF"/>
              </a:solidFill>
              <a:latin typeface="vivo Sans" panose="02000500000000000000" pitchFamily="2" charset="-122"/>
              <a:ea typeface="vivo Sans" panose="02000500000000000000" pitchFamily="2" charset="-122"/>
              <a:cs typeface="vivo Sans" panose="02000500000000000000" pitchFamily="2" charset="-122"/>
            </a:endParaRPr>
          </a:p>
          <a:p>
            <a:pPr indent="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kumimoji="1" lang="en-US" altLang="zh-CN" sz="2400">
                <a:solidFill>
                  <a:srgbClr val="415FFF"/>
                </a:solidFill>
                <a:latin typeface="vivo Sans" panose="02000500000000000000" pitchFamily="2" charset="-122"/>
                <a:ea typeface="vivo Sans" panose="02000500000000000000" pitchFamily="2" charset="-122"/>
                <a:cs typeface="vivo Sans" panose="02000500000000000000" pitchFamily="2" charset="-122"/>
              </a:rPr>
              <a:t>1.</a:t>
            </a:r>
            <a:endParaRPr kumimoji="1" lang="en-US" altLang="zh-CN" sz="2400">
              <a:solidFill>
                <a:srgbClr val="415FFF"/>
              </a:solidFill>
              <a:latin typeface="vivo Sans" panose="02000500000000000000" pitchFamily="2" charset="-122"/>
              <a:ea typeface="vivo Sans" panose="02000500000000000000" pitchFamily="2" charset="-122"/>
              <a:cs typeface="vivo Sans" panose="02000500000000000000" pitchFamily="2" charset="-122"/>
            </a:endParaRPr>
          </a:p>
          <a:p>
            <a:pPr indent="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kumimoji="1" lang="en-US" altLang="zh-CN" sz="2400">
                <a:solidFill>
                  <a:srgbClr val="415FFF"/>
                </a:solidFill>
                <a:latin typeface="vivo Sans" panose="02000500000000000000" pitchFamily="2" charset="-122"/>
                <a:ea typeface="vivo Sans" panose="02000500000000000000" pitchFamily="2" charset="-122"/>
                <a:cs typeface="vivo Sans" panose="02000500000000000000" pitchFamily="2" charset="-122"/>
              </a:rPr>
              <a:t>2.</a:t>
            </a:r>
            <a:r>
              <a:rPr kumimoji="1" lang="zh-CN" altLang="en-US" sz="2400">
                <a:solidFill>
                  <a:srgbClr val="415FFF"/>
                </a:solidFill>
                <a:latin typeface="vivo Sans" panose="02000500000000000000" pitchFamily="2" charset="-122"/>
                <a:ea typeface="vivo Sans" panose="02000500000000000000" pitchFamily="2" charset="-122"/>
                <a:cs typeface="vivo Sans" panose="02000500000000000000" pitchFamily="2" charset="-122"/>
              </a:rPr>
              <a:t>后端仓库</a:t>
            </a:r>
            <a:r>
              <a:rPr kumimoji="1" lang="en-US" altLang="zh-CN" sz="2400">
                <a:solidFill>
                  <a:srgbClr val="415FFF"/>
                </a:solidFill>
                <a:latin typeface="vivo Sans" panose="02000500000000000000" pitchFamily="2" charset="-122"/>
                <a:ea typeface="vivo Sans" panose="02000500000000000000" pitchFamily="2" charset="-122"/>
                <a:cs typeface="vivo Sans" panose="02000500000000000000" pitchFamily="2" charset="-122"/>
              </a:rPr>
              <a:t>:https://github.com/bluelm-shopguard/shopguard-backend.gi</a:t>
            </a:r>
            <a:r>
              <a:rPr kumimoji="1" lang="en-US" altLang="zh-CN" sz="2400">
                <a:solidFill>
                  <a:srgbClr val="415FFF"/>
                </a:solidFill>
                <a:latin typeface="vivo Sans" panose="02000500000000000000" pitchFamily="2" charset="-122"/>
                <a:ea typeface="vivo Sans" panose="02000500000000000000" pitchFamily="2" charset="-122"/>
                <a:cs typeface="vivo Sans" panose="02000500000000000000" pitchFamily="2" charset="-122"/>
              </a:rPr>
              <a:t>t</a:t>
            </a:r>
            <a:endParaRPr kumimoji="1" lang="en-US" altLang="zh-CN" sz="2400">
              <a:solidFill>
                <a:srgbClr val="415FFF"/>
              </a:solidFill>
              <a:latin typeface="vivo Sans" panose="02000500000000000000" pitchFamily="2" charset="-122"/>
              <a:ea typeface="vivo Sans" panose="02000500000000000000" pitchFamily="2" charset="-122"/>
              <a:cs typeface="vivo Sans" panose="02000500000000000000" pitchFamily="2" charset="-122"/>
            </a:endParaRPr>
          </a:p>
          <a:p>
            <a:pPr indent="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kumimoji="1" lang="en-US" altLang="zh-CN" sz="2400">
                <a:solidFill>
                  <a:srgbClr val="415FFF"/>
                </a:solidFill>
                <a:latin typeface="vivo Sans" panose="02000500000000000000" pitchFamily="2" charset="-122"/>
                <a:ea typeface="vivo Sans" panose="02000500000000000000" pitchFamily="2" charset="-122"/>
                <a:cs typeface="vivo Sans" panose="02000500000000000000" pitchFamily="2" charset="-122"/>
              </a:rPr>
              <a:t>3.</a:t>
            </a:r>
            <a:r>
              <a:rPr kumimoji="1" lang="zh-CN" altLang="en-US" sz="2400">
                <a:solidFill>
                  <a:srgbClr val="415FFF"/>
                </a:solidFill>
                <a:latin typeface="vivo Sans" panose="02000500000000000000" pitchFamily="2" charset="-122"/>
                <a:ea typeface="vivo Sans" panose="02000500000000000000" pitchFamily="2" charset="-122"/>
                <a:cs typeface="vivo Sans" panose="02000500000000000000" pitchFamily="2" charset="-122"/>
              </a:rPr>
              <a:t>前端仓库</a:t>
            </a:r>
            <a:r>
              <a:rPr kumimoji="1" lang="en-US" altLang="zh-CN" sz="2400">
                <a:solidFill>
                  <a:srgbClr val="415FFF"/>
                </a:solidFill>
                <a:latin typeface="vivo Sans" panose="02000500000000000000" pitchFamily="2" charset="-122"/>
                <a:ea typeface="vivo Sans" panose="02000500000000000000" pitchFamily="2" charset="-122"/>
                <a:cs typeface="vivo Sans" panose="02000500000000000000" pitchFamily="2" charset="-122"/>
              </a:rPr>
              <a:t>:https://github.com/bluelm-shopguard/shopguard-chatbot.git</a:t>
            </a:r>
            <a:endParaRPr kumimoji="1" lang="en-US" altLang="zh-CN" sz="2400">
              <a:solidFill>
                <a:srgbClr val="415FFF"/>
              </a:solidFill>
              <a:latin typeface="vivo Sans" panose="02000500000000000000" pitchFamily="2" charset="-122"/>
              <a:ea typeface="vivo Sans" panose="02000500000000000000" pitchFamily="2" charset="-122"/>
              <a:cs typeface="vivo Sans" panose="02000500000000000000" pitchFamily="2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文本框 3"/>
          <p:cNvSpPr txBox="1"/>
          <p:nvPr/>
        </p:nvSpPr>
        <p:spPr>
          <a:xfrm>
            <a:off x="3975869" y="2828836"/>
            <a:ext cx="387798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7200">
                <a:solidFill>
                  <a:schemeClr val="bg1"/>
                </a:solidFill>
                <a:latin typeface="vivo Sans" panose="02000500000000000000" pitchFamily="2" charset="-122"/>
                <a:ea typeface="vivo Sans" panose="02000500000000000000" pitchFamily="2" charset="-122"/>
                <a:cs typeface="vivo Sans" panose="02000500000000000000" pitchFamily="2" charset="-122"/>
              </a:rPr>
              <a:t>感谢观看</a:t>
            </a:r>
            <a:endParaRPr kumimoji="1" lang="zh-CN" altLang="en-US" sz="7200">
              <a:solidFill>
                <a:schemeClr val="bg1"/>
              </a:solidFill>
              <a:latin typeface="vivo Sans" panose="02000500000000000000" pitchFamily="2" charset="-122"/>
              <a:ea typeface="vivo Sans" panose="02000500000000000000" pitchFamily="2" charset="-122"/>
              <a:cs typeface="vivo Sans" panose="02000500000000000000" pitchFamily="2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5136_1*a*1"/>
  <p:tag name="KSO_WM_TEMPLATE_CATEGORY" val="custom"/>
  <p:tag name="KSO_WM_TEMPLATE_INDEX" val="20235136"/>
  <p:tag name="KSO_WM_UNIT_LAYERLEVEL" val="1"/>
  <p:tag name="KSO_WM_TAG_VERSION" val="3.0"/>
  <p:tag name="KSO_WM_BEAUTIFY_FLAG" val="#wm#"/>
  <p:tag name="KSO_WM_UNIT_VALUE" val="29"/>
  <p:tag name="KSO_WM_UNIT_PRESET_TEXT" val="单击此处添加标题"/>
  <p:tag name="KSO_WM_UNIT_TEXT_TYPE" val="1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5136_1*i*1"/>
  <p:tag name="KSO_WM_TEMPLATE_CATEGORY" val="custom"/>
  <p:tag name="KSO_WM_TEMPLATE_INDEX" val="20235136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c_a"/>
  <p:tag name="KSO_WM_UNIT_INDEX" val="1_1"/>
  <p:tag name="KSO_WM_UNIT_ID" val="custom20235136_1*c_a*1_1"/>
  <p:tag name="KSO_WM_TEMPLATE_CATEGORY" val="custom"/>
  <p:tag name="KSO_WM_TEMPLATE_INDEX" val="20235136"/>
  <p:tag name="KSO_WM_UNIT_LAYERLEVEL" val="1_1"/>
  <p:tag name="KSO_WM_TAG_VERSION" val="3.0"/>
  <p:tag name="KSO_WM_BEAUTIFY_FLAG" val="#wm#"/>
  <p:tag name="KSO_WM_UNIT_VALUE" val="76"/>
  <p:tag name="KSO_WM_UNIT_PRESET_TEXT" val="单击此处添加标题内容"/>
  <p:tag name="KSO_WM_UNIT_TEXT_TYPE" val="1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5136_1*i*2"/>
  <p:tag name="KSO_WM_TEMPLATE_CATEGORY" val="custom"/>
  <p:tag name="KSO_WM_TEMPLATE_INDEX" val="20235136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5136_1*i*3"/>
  <p:tag name="KSO_WM_TEMPLATE_CATEGORY" val="custom"/>
  <p:tag name="KSO_WM_TEMPLATE_INDEX" val="20235136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5136_1*i*4"/>
  <p:tag name="KSO_WM_TEMPLATE_CATEGORY" val="custom"/>
  <p:tag name="KSO_WM_TEMPLATE_INDEX" val="20235136"/>
  <p:tag name="KSO_WM_UNIT_LAYERLEVEL" val="1"/>
  <p:tag name="KSO_WM_TAG_VERSION" val="3.0"/>
  <p:tag name="KSO_WM_BEAUTIFY_FLAG" val="#wm#"/>
  <p:tag name="KSO_WM_UNIT_TYPE" val="i"/>
  <p:tag name="KSO_WM_UNIT_INDEX" val="4"/>
</p:tagLst>
</file>

<file path=ppt/tags/tag7.xml><?xml version="1.0" encoding="utf-8"?>
<p:tagLst xmlns:p="http://schemas.openxmlformats.org/presentationml/2006/main">
  <p:tag name="KSO_WM_UNIT_SUBTYPE" val="a"/>
  <p:tag name="KSO_WM_UNIT_TEXT_LAYER_COUNT" val="1"/>
  <p:tag name="KSO_WM_UNIT_NOCLEAR" val="0"/>
  <p:tag name="KSO_WM_UNIT_VALUE" val="344"/>
  <p:tag name="KSO_WM_UNIT_HIGHLIGHT" val="0"/>
  <p:tag name="KSO_WM_UNIT_COMPATIBLE" val="0"/>
  <p:tag name="KSO_WM_UNIT_DIAGRAM_ISNUMVISUAL" val="0"/>
  <p:tag name="KSO_WM_UNIT_DIAGRAM_ISREFERUNIT" val="0"/>
  <p:tag name="KSO_WM_UNIT_TYPE" val="c_f"/>
  <p:tag name="KSO_WM_UNIT_INDEX" val="1_1"/>
  <p:tag name="KSO_WM_UNIT_ID" val="custom20235136_1*c_f*1_1"/>
  <p:tag name="KSO_WM_TEMPLATE_CATEGORY" val="custom"/>
  <p:tag name="KSO_WM_TEMPLATE_INDEX" val="20235136"/>
  <p:tag name="KSO_WM_UNIT_LAYERLEVEL" val="1_1"/>
  <p:tag name="KSO_WM_TAG_VERSION" val="3.0"/>
  <p:tag name="KSO_WM_BEAUTIFY_FLAG" val="#wm#"/>
  <p:tag name="KSO_WM_UNIT_PRESET_TEXT" val="单击此处添加文本具体内容，简明扼要地阐述您的观点。根据需要可酌情增减文字，以便观者准确地理解您传达的思想。单击此处添加文本具体内容，简明扼要地阐述您的观点。根据需要可酌情增减文字，以便观者准确地理解您传达的思想。&#10;单击此处添加文本具体内容，简明扼要地阐述您的观点。根据需要可酌情增减文字，以便观者准确地理解您传达的思想。单击此处添加文本具体内容，简明扼要地阐述您的观点。根据需要可酌情增减文字，以便观者准确地理解您传达的思想。&#10;单击此处添加文本具体内容，简明扼要地阐述您的观点。根据需要可酌情增减文字"/>
  <p:tag name="KSO_WM_UNIT_TEXT_TYPE" val="1"/>
</p:tagLst>
</file>

<file path=ppt/tags/tag8.xml><?xml version="1.0" encoding="utf-8"?>
<p:tagLst xmlns:p="http://schemas.openxmlformats.org/presentationml/2006/main">
  <p:tag name="KSO_WM_SLIDE_ID" val="custom20235136_1"/>
  <p:tag name="KSO_WM_TEMPLATE_SUBCATEGORY" val="0"/>
  <p:tag name="KSO_WM_TEMPLATE_MASTER_TYPE" val="0"/>
  <p:tag name="KSO_WM_TEMPLATE_COLOR_TYPE" val="0"/>
  <p:tag name="KSO_WM_SLIDE_ITEM_CNT" val="0"/>
  <p:tag name="KSO_WM_SLIDE_INDEX" val="1"/>
  <p:tag name="KSO_WM_TAG_VERSION" val="3.0"/>
  <p:tag name="KSO_WM_BEAUTIFY_FLAG" val="#wm#"/>
  <p:tag name="KSO_WM_TEMPLATE_CATEGORY" val="custom"/>
  <p:tag name="KSO_WM_TEMPLATE_INDEX" val="20235136"/>
  <p:tag name="KSO_WM_SLIDE_LAYOUT" val="a_c"/>
  <p:tag name="KSO_WM_SLIDE_LAYOUT_CNT" val="1_1"/>
  <p:tag name="KSO_WM_SLIDE_TYPE" val="text"/>
  <p:tag name="KSO_WM_SLIDE_SUBTYPE" val="picTxt"/>
  <p:tag name="KSO_WM_SLIDE_SIZE" val="792.3*271.3"/>
  <p:tag name="KSO_WM_SLIDE_POSITION" val="85.8*192.25"/>
</p:tagLst>
</file>

<file path=ppt/tags/tag9.xml><?xml version="1.0" encoding="utf-8"?>
<p:tagLst xmlns:p="http://schemas.openxmlformats.org/presentationml/2006/main">
  <p:tag name="KSO_WM_UNIT_VALUE" val="1903*1742"/>
  <p:tag name="KSO_WM_UNIT_HIGHLIGHT" val="0"/>
  <p:tag name="KSO_WM_UNIT_COMPATIBLE" val="0"/>
  <p:tag name="KSO_WM_UNIT_DIAGRAM_ISNUMVISUAL" val="0"/>
  <p:tag name="KSO_WM_UNIT_DIAGRAM_ISREFERUNIT" val="0"/>
  <p:tag name="KSO_WM_UNIT_TYPE" val="d"/>
  <p:tag name="KSO_WM_UNIT_INDEX" val="1"/>
  <p:tag name="KSO_WM_UNIT_ID" val="custom20233618_1*d*1"/>
  <p:tag name="KSO_WM_TEMPLATE_CATEGORY" val="custom"/>
  <p:tag name="KSO_WM_TEMPLATE_INDEX" val="20233618"/>
  <p:tag name="KSO_WM_UNIT_LAYERLEVEL" val="1"/>
  <p:tag name="KSO_WM_TAG_VERSION" val="3.0"/>
  <p:tag name="KSO_WM_BEAUTIFY_FLAG" val="#wm#"/>
  <p:tag name="KSO_WM_UNIT_FILL_FORE_SCHEMECOLOR_INDEX" val="5"/>
  <p:tag name="KSO_WM_UNIT_FILL_TYPE" val="1"/>
  <p:tag name="KSO_WM_UNIT_LINE_FORE_SCHEMECOLOR_INDEX" val="5"/>
  <p:tag name="KSO_WM_UNIT_LINE_FILL_TYPE" val="2"/>
  <p:tag name="KSO_WM_UNIT_USESOURCEFORMAT_APPLY" val="1"/>
  <p:tag name="KSO_WM_UNIT_PICTURE_SUBTYPE" val="b"/>
</p:tagLst>
</file>

<file path=ppt/tags/tag10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3618_1*a*1"/>
  <p:tag name="KSO_WM_TEMPLATE_CATEGORY" val="custom"/>
  <p:tag name="KSO_WM_TEMPLATE_INDEX" val="20233618"/>
  <p:tag name="KSO_WM_UNIT_LAYERLEVEL" val="1"/>
  <p:tag name="KSO_WM_TAG_VERSION" val="3.0"/>
  <p:tag name="KSO_WM_BEAUTIFY_FLAG" val="#wm#"/>
  <p:tag name="KSO_WM_UNIT_TEXT_TYPE" val="1"/>
  <p:tag name="KSO_WM_UNIT_PRESET_TEXT" val="单击此处添加&#10;标题内容"/>
  <p:tag name="KSO_WM_UNIT_TEXT_FILL_FORE_SCHEMECOLOR_INDEX" val="13"/>
  <p:tag name="KSO_WM_UNIT_TEXT_FILL_TYPE" val="1"/>
  <p:tag name="KSO_WM_UNIT_USESOURCEFORMAT_APPLY" val="1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custom20233618_1*i*1"/>
  <p:tag name="KSO_WM_TEMPLATE_CATEGORY" val="custom"/>
  <p:tag name="KSO_WM_TEMPLATE_INDEX" val="20233618"/>
  <p:tag name="KSO_WM_UNIT_LAYERLEVEL" val="1"/>
  <p:tag name="KSO_WM_TAG_VERSION" val="3.0"/>
  <p:tag name="KSO_WM_BEAUTIFY_FLAG" val="#wm#"/>
  <p:tag name="KSO_WM_UNIT_FILL_FORE_SCHEMECOLOR_INDEX" val="5"/>
  <p:tag name="KSO_WM_UNIT_TEXT_FILL_FORE_SCHEMECOLOR_INDEX" val="10"/>
  <p:tag name="KSO_WM_UNIT_TEXT_FILL_TYPE" val="1"/>
  <p:tag name="KSO_WM_UNIT_USESOURCEFORMAT_APPLY" val="1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custom20233618_1*i*2"/>
  <p:tag name="KSO_WM_TEMPLATE_CATEGORY" val="custom"/>
  <p:tag name="KSO_WM_TEMPLATE_INDEX" val="20233618"/>
  <p:tag name="KSO_WM_UNIT_LAYERLEVEL" val="1"/>
  <p:tag name="KSO_WM_TAG_VERSION" val="3.0"/>
  <p:tag name="KSO_WM_BEAUTIFY_FLAG" val="#wm#"/>
  <p:tag name="KSO_WM_UNIT_FILL_FORE_SCHEMECOLOR_INDEX" val="5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1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custom20233618_1*c_a*1_1"/>
  <p:tag name="KSO_WM_TEMPLATE_CATEGORY" val="custom"/>
  <p:tag name="KSO_WM_TEMPLATE_INDEX" val="20233618"/>
  <p:tag name="KSO_WM_UNIT_LAYERLEVEL" val="1_1"/>
  <p:tag name="KSO_WM_TAG_VERSION" val="3.0"/>
  <p:tag name="KSO_WM_DIAGRAM_MAX_ITEMCNT" val="4"/>
  <p:tag name="KSO_WM_DIAGRAM_MIN_ITEMCNT" val="1"/>
  <p:tag name="KSO_WM_DIAGRAM_VIRTUALLY_FRAME" val="{&quot;height&quot;:363.3979874882736,&quot;left&quot;:72.7588188976378,&quot;top&quot;:187.8865007007028,&quot;width&quot;:266.6359842519685}"/>
  <p:tag name="KSO_WM_DIAGRAM_COLOR_MATCH_VALUE" val="{&quot;shape&quot;:{&quot;fill&quot;:{&quot;gradient&quot;:[{&quot;brightness&quot;:0,&quot;colorType&quot;:1,&quot;foreColorIndex&quot;:5,&quot;pos&quot;:0,&quot;transparency&quot;:0},{&quot;brightness&quot;:0.4000000059604645,&quot;colorType&quot;:1,&quot;foreColorIndex&quot;:5,&quot;pos&quot;:1,&quot;transparency&quot;:0}],&quot;type&quot;:3},&quot;glow&quot;:{&quot;colorType&quot;:0},&quot;line&quot;:{&quot;type&quot;:0},&quot;shadow&quot;:{&quot;brightness&quot;:0,&quot;colorType&quot;:1,&quot;foreColorIndex&quot;:5,&quot;transparency&quot;:0.7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TYPE" val="1"/>
  <p:tag name="KSO_WM_UNIT_TEXT_TYPE" val="1"/>
  <p:tag name="KSO_WM_UNIT_TYPE" val="c_a"/>
  <p:tag name="KSO_WM_UNIT_INDEX" val="1_1"/>
  <p:tag name="KSO_WM_UNIT_VALUE" val="14"/>
  <p:tag name="KSO_WM_DIAGRAM_VERSION" val="3"/>
  <p:tag name="KSO_WM_DIAGRAM_COLOR_TRICK" val="1"/>
  <p:tag name="KSO_WM_DIAGRAM_COLOR_TEXT_CAN_REMOVE" val="n"/>
  <p:tag name="KSO_WM_UNIT_FILL_TYPE" val="3"/>
  <p:tag name="KSO_WM_UNIT_PRESET_TEXT" val="添加标题"/>
  <p:tag name="KSO_WM_UNIT_SHADOW_SCHEMECOLOR_INDEX_BRIGHTNESS" val="0"/>
  <p:tag name="KSO_WM_UNIT_SHADOW_SCHEMECOLOR_INDEX" val="5"/>
  <p:tag name="KSO_WM_UNIT_USESOURCEFORMAT_APPLY" val="1"/>
  <p:tag name="KSO_WM_BEAUTIFY_FLAG" val="#wm#"/>
</p:tagLst>
</file>

<file path=ppt/tags/tag14.xml><?xml version="1.0" encoding="utf-8"?>
<p:tagLst xmlns:p="http://schemas.openxmlformats.org/presentationml/2006/main">
  <p:tag name="KSO_WM_SLIDE_ID" val="custom20233618_1"/>
  <p:tag name="KSO_WM_TEMPLATE_SUBCATEGORY" val="0"/>
  <p:tag name="KSO_WM_TEMPLATE_MASTER_TYPE" val="0"/>
  <p:tag name="KSO_WM_TEMPLATE_COLOR_TYPE" val="0"/>
  <p:tag name="KSO_WM_SLIDE_TYPE" val="text"/>
  <p:tag name="KSO_WM_SLIDE_SUBTYPE" val="picTxt"/>
  <p:tag name="KSO_WM_SLIDE_ITEM_CNT" val="0"/>
  <p:tag name="KSO_WM_SLIDE_INDEX" val="1"/>
  <p:tag name="KSO_WM_SLIDE_SIZE" val="361.9*181.5"/>
  <p:tag name="KSO_WM_SLIDE_POSITION" val="72.75*324.2"/>
  <p:tag name="KSO_WM_TAG_VERSION" val="3.0"/>
  <p:tag name="KSO_WM_BEAUTIFY_FLAG" val="#wm#"/>
  <p:tag name="KSO_WM_TEMPLATE_CATEGORY" val="custom"/>
  <p:tag name="KSO_WM_TEMPLATE_INDEX" val="20233618"/>
  <p:tag name="KSO_WM_SLIDE_LAYOUT" val="a_d_c"/>
  <p:tag name="KSO_WM_SLIDE_LAYOUT_CNT" val="1_1_1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custom20231805_1*i*1"/>
  <p:tag name="KSO_WM_TEMPLATE_CATEGORY" val="custom"/>
  <p:tag name="KSO_WM_TEMPLATE_INDEX" val="20231805"/>
  <p:tag name="KSO_WM_UNIT_LAYERLEVEL" val="1"/>
  <p:tag name="KSO_WM_TAG_VERSION" val="3.0"/>
  <p:tag name="KSO_WM_BEAUTIFY_FLAG" val="#wm#"/>
  <p:tag name="KSO_WM_UNIT_FILL_FORE_SCHEMECOLOR_INDEX" val="16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16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2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TEMPLATE_CATEGORY" val="custom"/>
  <p:tag name="KSO_WM_UNIT_LAYERLEVEL" val="1"/>
  <p:tag name="KSO_WM_TAG_VERSION" val="3.0"/>
  <p:tag name="KSO_WM_BEAUTIFY_FLAG" val="#wm#"/>
  <p:tag name="KSO_WM_TEMPLATE_INDEX" val="20231805"/>
  <p:tag name="KSO_WM_UNIT_ID" val="custom20231805_1*a*1"/>
  <p:tag name="KSO_WM_UNIT_TEXT_TYPE" val="1"/>
  <p:tag name="KSO_WM_UNIT_PRESET_TEXT" val="单击&#10;此处添加&#10;页面的标题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TEMPLATE_CATEGORY" val="diagram"/>
  <p:tag name="KSO_WM_TEMPLATE_INDEX" val="20230963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UNIT_TYPE" val="n_h_i"/>
  <p:tag name="KSO_WM_DIAGRAM_MAX_ITEMCNT" val="6"/>
  <p:tag name="KSO_WM_DIAGRAM_MIN_ITEMCNT" val="2"/>
  <p:tag name="KSO_WM_DIAGRAM_VIRTUALLY_FRAME" val="{&quot;height&quot;:382.4,&quot;left&quot;:54.899993896484375,&quot;top&quot;:137.45,&quot;width&quot;:850.2000122070312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.30000001192092896},&quot;type&quot;:1},&quot;shadow&quot;:{&quot;brightness&quot;:0,&quot;colorType&quot;:1,&quot;foreColorIndex&quot;:5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ID" val="diagram20230963_2*n_h_i*1_2_1"/>
  <p:tag name="KSO_WM_UNIT_INDEX" val="1_2_1"/>
  <p:tag name="KSO_WM_DIAGRAM_GROUP_CODE" val="n1-1"/>
  <p:tag name="KSO_WM_UNIT_LINE_FORE_SCHEMECOLOR_INDEX" val="5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TEMPLATE_CATEGORY" val="diagram"/>
  <p:tag name="KSO_WM_TEMPLATE_INDEX" val="20230963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UNIT_ISCONTENTSTITLE" val="0"/>
  <p:tag name="KSO_WM_UNIT_ISNUMDGMTITLE" val="0"/>
  <p:tag name="KSO_WM_UNIT_NOCLEAR" val="0"/>
  <p:tag name="KSO_WM_UNIT_VALUE" val="36"/>
  <p:tag name="KSO_WM_UNIT_TYPE" val="n_h_a"/>
  <p:tag name="KSO_WM_DIAGRAM_MAX_ITEMCNT" val="6"/>
  <p:tag name="KSO_WM_DIAGRAM_MIN_ITEMCNT" val="2"/>
  <p:tag name="KSO_WM_DIAGRAM_VIRTUALLY_FRAME" val="{&quot;height&quot;:382.4,&quot;left&quot;:54.899993896484375,&quot;top&quot;:137.45,&quot;width&quot;:850.2000122070312}"/>
  <p:tag name="KSO_WM_DIAGRAM_COLOR_MATCH_VALUE" val="{&quot;shape&quot;:{&quot;fill&quot;:{&quot;gradient&quot;:[{&quot;brightness&quot;:0,&quot;colorType&quot;:1,&quot;foreColorIndex&quot;:5,&quot;pos&quot;:0.4399999976158142,&quot;transparency&quot;:0},{&quot;brightness&quot;:0.6000000238418579,&quot;colorType&quot;:1,&quot;foreColorIndex&quot;:5,&quot;pos&quot;:0,&quot;transparency&quot;:0},{&quot;brightness&quot;:0,&quot;colorType&quot;:1,&quot;foreColorIndex&quot;:5,&quot;pos&quot;:0.6600000262260437,&quot;transparency&quot;:0},{&quot;brightness&quot;:0,&quot;colorType&quot;:1,&quot;foreColorIndex&quot;:5,&quot;pos&quot;:1,&quot;transparency&quot;:0}],&quot;type&quot;:3},&quot;glow&quot;:{&quot;colorType&quot;:0},&quot;line&quot;:{&quot;gradient&quot;:[{&quot;brightness&quot;:0.949999988079071,&quot;colorType&quot;:1,&quot;foreColorIndex&quot;:5,&quot;pos&quot;:0.3700000047683716,&quot;transparency&quot;:0},{&quot;brightness&quot;:0.550000011920929,&quot;colorType&quot;:1,&quot;foreColorIndex&quot;:5,&quot;pos&quot;:0,&quot;transparency&quot;:0},{&quot;brightness&quot;:0,&quot;colorType&quot;:1,&quot;foreColorIndex&quot;:14,&quot;pos&quot;:1,&quot;transparency&quot;:0},{&quot;brightness&quot;:0.699999988079071,&quot;colorType&quot;:1,&quot;foreColorIndex&quot;:5,&quot;pos&quot;:0.7099999785423279,&quot;transparency&quot;:0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ID" val="diagram20230963_2*n_h_a*1_1_1"/>
  <p:tag name="KSO_WM_UNIT_INDEX" val="1_1_1"/>
  <p:tag name="KSO_WM_DIAGRAM_GROUP_CODE" val="n1-1"/>
  <p:tag name="KSO_WM_UNIT_PRESET_TEXT" val="添加标题"/>
  <p:tag name="KSO_WM_UNIT_FILL_TYPE" val="3"/>
  <p:tag name="KSO_WM_UNIT_TEXT_TYPE" val="1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TEMPLATE_CATEGORY" val="diagram"/>
  <p:tag name="KSO_WM_TEMPLATE_INDEX" val="20230963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UNIT_TYPE" val="n_h_i"/>
  <p:tag name="KSO_WM_DIAGRAM_MAX_ITEMCNT" val="6"/>
  <p:tag name="KSO_WM_DIAGRAM_MIN_ITEMCNT" val="2"/>
  <p:tag name="KSO_WM_DIAGRAM_VIRTUALLY_FRAME" val="{&quot;height&quot;:382.4,&quot;left&quot;:54.899993896484375,&quot;top&quot;:137.45,&quot;width&quot;:850.2000122070312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.8500000238418579},&quot;type&quot;:1},&quot;shadow&quot;:{&quot;brightness&quot;:0,&quot;colorType&quot;:1,&quot;foreColorIndex&quot;:13,&quot;transparency&quot;:0.9100000262260437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BEAUTIFY_FLAG" val="#wm#"/>
  <p:tag name="KSO_WM_UNIT_ID" val="diagram20230963_2*n_h_i*1_1_3"/>
  <p:tag name="KSO_WM_UNIT_INDEX" val="1_1_3"/>
  <p:tag name="KSO_WM_DIAGRAM_GROUP_CODE" val="n1-1"/>
  <p:tag name="KSO_WM_UNIT_LINE_FORE_SCHEMECOLOR_INDEX" val="5"/>
</p:tagLst>
</file>

<file path=ppt/tags/tag20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n_h_h_f"/>
  <p:tag name="KSO_WM_TEMPLATE_CATEGORY" val="diagram"/>
  <p:tag name="KSO_WM_TEMPLATE_INDEX" val="20230963"/>
  <p:tag name="KSO_WM_UNIT_LAYERLEVEL" val="1_1_1_1"/>
  <p:tag name="KSO_WM_TAG_VERSION" val="3.0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82.4,&quot;left&quot;:54.899993896484375,&quot;top&quot;:137.45,&quot;width&quot;:850.200012207031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ID" val="diagram20230963_2*n_h_h_f*1_2_1_1"/>
  <p:tag name="KSO_WM_UNIT_INDEX" val="1_2_1_1"/>
  <p:tag name="KSO_WM_DIAGRAM_GROUP_CODE" val="n1-1"/>
  <p:tag name="KSO_WM_UNIT_PRESET_TEXT" val="单击此处输入你的项正文，文字是您思想的提炼"/>
  <p:tag name="KSO_WM_UNIT_TEXT_FILL_FORE_SCHEMECOLOR_INDEX" val="1"/>
  <p:tag name="KSO_WM_UNIT_TEXT_FILL_TYPE" val="1"/>
  <p:tag name="KSO_WM_UNIT_TEXT_TYPE" val="1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TEMPLATE_CATEGORY" val="diagram"/>
  <p:tag name="KSO_WM_TEMPLATE_INDEX" val="20230963"/>
  <p:tag name="KSO_WM_UNIT_LAYERLEVEL" val="1_1_1_1"/>
  <p:tag name="KSO_WM_TAG_VERSION" val="3.0"/>
  <p:tag name="KSO_WM_DIAGRAM_VERSION" val="3"/>
  <p:tag name="KSO_WM_DIAGRAM_COLOR_TRICK" val="1"/>
  <p:tag name="KSO_WM_DIAGRAM_COLOR_TEXT_CAN_REMOVE" val="n"/>
  <p:tag name="KSO_WM_UNIT_TYPE" val="n_h_h_i"/>
  <p:tag name="KSO_WM_DIAGRAM_MAX_ITEMCNT" val="6"/>
  <p:tag name="KSO_WM_DIAGRAM_MIN_ITEMCNT" val="2"/>
  <p:tag name="KSO_WM_DIAGRAM_VIRTUALLY_FRAME" val="{&quot;height&quot;:382.4,&quot;left&quot;:54.899993896484375,&quot;top&quot;:137.45,&quot;width&quot;:850.2000122070312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.3700000047683716,&quot;transparency&quot;:0},{&quot;brightness&quot;:0.550000011920929,&quot;colorType&quot;:1,&quot;foreColorIndex&quot;:5,&quot;pos&quot;:0,&quot;transparency&quot;:0},{&quot;brightness&quot;:0,&quot;colorType&quot;:1,&quot;foreColorIndex&quot;:5,&quot;pos&quot;:1,&quot;transparency&quot;:0},{&quot;brightness&quot;:0.699999988079071,&quot;colorType&quot;:1,&quot;foreColorIndex&quot;:5,&quot;pos&quot;:0.7099999785423279,&quot;transparency&quot;:0}],&quot;type&quot;:2},&quot;shadow&quot;:{&quot;brightness&quot;:0,&quot;colorType&quot;:1,&quot;foreColorIndex&quot;:5,&quot;transparency&quot;:0.85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1"/>
  <p:tag name="KSO_WM_UNIT_FILL_FORE_SCHEMECOLOR_INDEX" val="14"/>
  <p:tag name="KSO_WM_UNIT_FILL_FORE_SCHEMECOLOR_INDEX_BRIGHTNESS" val="0"/>
  <p:tag name="KSO_WM_UNIT_ID" val="diagram20230963_2*n_h_h_i*1_2_3_1"/>
  <p:tag name="KSO_WM_UNIT_INDEX" val="1_2_3_1"/>
  <p:tag name="KSO_WM_DIAGRAM_GROUP_CODE" val="n1-1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TEMPLATE_CATEGORY" val="diagram"/>
  <p:tag name="KSO_WM_TEMPLATE_INDEX" val="20230963"/>
  <p:tag name="KSO_WM_UNIT_LAYERLEVEL" val="1_1_1_1"/>
  <p:tag name="KSO_WM_TAG_VERSION" val="3.0"/>
  <p:tag name="KSO_WM_DIAGRAM_VERSION" val="3"/>
  <p:tag name="KSO_WM_DIAGRAM_COLOR_TRICK" val="1"/>
  <p:tag name="KSO_WM_DIAGRAM_COLOR_TEXT_CAN_REMOVE" val="n"/>
  <p:tag name="KSO_WM_UNIT_TYPE" val="n_h_h_i"/>
  <p:tag name="KSO_WM_DIAGRAM_MAX_ITEMCNT" val="6"/>
  <p:tag name="KSO_WM_DIAGRAM_MIN_ITEMCNT" val="2"/>
  <p:tag name="KSO_WM_DIAGRAM_VIRTUALLY_FRAME" val="{&quot;height&quot;:382.4,&quot;left&quot;:54.899993896484375,&quot;top&quot;:137.45,&quot;width&quot;:850.2000122070312}"/>
  <p:tag name="KSO_WM_DIAGRAM_COLOR_MATCH_VALUE" val="{&quot;shape&quot;:{&quot;fill&quot;:{&quot;gradient&quot;:[{&quot;brightness&quot;:0,&quot;colorType&quot;:1,&quot;foreColorIndex&quot;:5,&quot;pos&quot;:0.4399999976158142,&quot;transparency&quot;:0},{&quot;brightness&quot;:0.6000000238418579,&quot;colorType&quot;:1,&quot;foreColorIndex&quot;:5,&quot;pos&quot;:0,&quot;transparency&quot;:0},{&quot;brightness&quot;:0,&quot;colorType&quot;:1,&quot;foreColorIndex&quot;:5,&quot;pos&quot;:0.6600000262260437,&quot;transparency&quot;:0},{&quot;brightness&quot;:0,&quot;colorType&quot;:1,&quot;foreColorIndex&quot;:5,&quot;pos&quot;:1,&quot;transparency&quot;:0}],&quot;type&quot;:3},&quot;glow&quot;:{&quot;colorType&quot;:0},&quot;line&quot;:{&quot;gradient&quot;:[{&quot;brightness&quot;:0,&quot;colorType&quot;:2,&quot;pos&quot;:0.3700000047683716,&quot;rgb&quot;:&quot;#ffffff&quot;,&quot;transparency&quot;:0},{&quot;brightness&quot;:0.550000011920929,&quot;colorType&quot;:1,&quot;foreColorIndex&quot;:5,&quot;pos&quot;:0,&quot;transparency&quot;:0},{&quot;brightness&quot;:0,&quot;colorType&quot;:2,&quot;pos&quot;:1,&quot;rgb&quot;:&quot;#ffffff&quot;,&quot;transparency&quot;:0},{&quot;brightness&quot;:0.699999988079071,&quot;colorType&quot;:1,&quot;foreColorIndex&quot;:5,&quot;pos&quot;:0.7099999785423279,&quot;transparency&quot;:0}],&quot;type&quot;:2},&quot;shadow&quot;:{&quot;brightness&quot;:0,&quot;colorType&quot;:1,&quot;foreColorIndex&quot;:5,&quot;transparency&quot;:0.85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ID" val="diagram20230963_2*n_h_h_i*1_2_3_2"/>
  <p:tag name="KSO_WM_UNIT_INDEX" val="1_2_3_2"/>
  <p:tag name="KSO_WM_DIAGRAM_GROUP_CODE" val="n1-1"/>
  <p:tag name="KSO_WM_UNIT_FILL_TYPE" val="3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TEMPLATE_CATEGORY" val="diagram"/>
  <p:tag name="KSO_WM_TEMPLATE_INDEX" val="20230963"/>
  <p:tag name="KSO_WM_UNIT_LAYERLEVEL" val="1_1_1_1"/>
  <p:tag name="KSO_WM_TAG_VERSION" val="3.0"/>
  <p:tag name="KSO_WM_DIAGRAM_VERSION" val="3"/>
  <p:tag name="KSO_WM_DIAGRAM_COLOR_TRICK" val="1"/>
  <p:tag name="KSO_WM_DIAGRAM_COLOR_TEXT_CAN_REMOVE" val="n"/>
  <p:tag name="KSO_WM_UNIT_TYPE" val="n_h_h_i"/>
  <p:tag name="KSO_WM_DIAGRAM_MAX_ITEMCNT" val="6"/>
  <p:tag name="KSO_WM_DIAGRAM_MIN_ITEMCNT" val="2"/>
  <p:tag name="KSO_WM_DIAGRAM_VIRTUALLY_FRAME" val="{&quot;height&quot;:382.4,&quot;left&quot;:54.899993896484375,&quot;top&quot;:137.45,&quot;width&quot;:850.2000122070312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.3700000047683716,&quot;transparency&quot;:0},{&quot;brightness&quot;:0.550000011920929,&quot;colorType&quot;:1,&quot;foreColorIndex&quot;:5,&quot;pos&quot;:0,&quot;transparency&quot;:0},{&quot;brightness&quot;:0,&quot;colorType&quot;:1,&quot;foreColorIndex&quot;:5,&quot;pos&quot;:1,&quot;transparency&quot;:0},{&quot;brightness&quot;:0.699999988079071,&quot;colorType&quot;:1,&quot;foreColorIndex&quot;:5,&quot;pos&quot;:0.7099999785423279,&quot;transparency&quot;:0}],&quot;type&quot;:2},&quot;shadow&quot;:{&quot;brightness&quot;:0,&quot;colorType&quot;:1,&quot;foreColorIndex&quot;:5,&quot;transparency&quot;:0.85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1"/>
  <p:tag name="KSO_WM_UNIT_FILL_FORE_SCHEMECOLOR_INDEX" val="14"/>
  <p:tag name="KSO_WM_UNIT_FILL_FORE_SCHEMECOLOR_INDEX_BRIGHTNESS" val="0"/>
  <p:tag name="KSO_WM_UNIT_ID" val="diagram20230963_2*n_h_h_i*1_2_2_1"/>
  <p:tag name="KSO_WM_UNIT_INDEX" val="1_2_2_1"/>
  <p:tag name="KSO_WM_DIAGRAM_GROUP_CODE" val="n1-1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TEMPLATE_CATEGORY" val="diagram"/>
  <p:tag name="KSO_WM_TEMPLATE_INDEX" val="20230963"/>
  <p:tag name="KSO_WM_UNIT_LAYERLEVEL" val="1_1_1_1"/>
  <p:tag name="KSO_WM_TAG_VERSION" val="3.0"/>
  <p:tag name="KSO_WM_DIAGRAM_VERSION" val="3"/>
  <p:tag name="KSO_WM_DIAGRAM_COLOR_TRICK" val="1"/>
  <p:tag name="KSO_WM_DIAGRAM_COLOR_TEXT_CAN_REMOVE" val="n"/>
  <p:tag name="KSO_WM_UNIT_TYPE" val="n_h_h_i"/>
  <p:tag name="KSO_WM_DIAGRAM_MAX_ITEMCNT" val="6"/>
  <p:tag name="KSO_WM_DIAGRAM_MIN_ITEMCNT" val="2"/>
  <p:tag name="KSO_WM_DIAGRAM_VIRTUALLY_FRAME" val="{&quot;height&quot;:382.4,&quot;left&quot;:54.899993896484375,&quot;top&quot;:137.45,&quot;width&quot;:850.2000122070312}"/>
  <p:tag name="KSO_WM_DIAGRAM_COLOR_MATCH_VALUE" val="{&quot;shape&quot;:{&quot;fill&quot;:{&quot;gradient&quot;:[{&quot;brightness&quot;:0,&quot;colorType&quot;:1,&quot;foreColorIndex&quot;:5,&quot;pos&quot;:0.4399999976158142,&quot;transparency&quot;:0},{&quot;brightness&quot;:0.6000000238418579,&quot;colorType&quot;:1,&quot;foreColorIndex&quot;:5,&quot;pos&quot;:0,&quot;transparency&quot;:0},{&quot;brightness&quot;:0,&quot;colorType&quot;:1,&quot;foreColorIndex&quot;:5,&quot;pos&quot;:0.6600000262260437,&quot;transparency&quot;:0},{&quot;brightness&quot;:0,&quot;colorType&quot;:1,&quot;foreColorIndex&quot;:5,&quot;pos&quot;:1,&quot;transparency&quot;:0}],&quot;type&quot;:3},&quot;glow&quot;:{&quot;colorType&quot;:0},&quot;line&quot;:{&quot;gradient&quot;:[{&quot;brightness&quot;:0,&quot;colorType&quot;:2,&quot;pos&quot;:0.3700000047683716,&quot;rgb&quot;:&quot;#ffffff&quot;,&quot;transparency&quot;:0},{&quot;brightness&quot;:0.550000011920929,&quot;colorType&quot;:1,&quot;foreColorIndex&quot;:5,&quot;pos&quot;:0,&quot;transparency&quot;:0},{&quot;brightness&quot;:0,&quot;colorType&quot;:2,&quot;pos&quot;:1,&quot;rgb&quot;:&quot;#ffffff&quot;,&quot;transparency&quot;:0},{&quot;brightness&quot;:0.699999988079071,&quot;colorType&quot;:1,&quot;foreColorIndex&quot;:5,&quot;pos&quot;:0.7099999785423279,&quot;transparency&quot;:0}],&quot;type&quot;:2},&quot;shadow&quot;:{&quot;brightness&quot;:0,&quot;colorType&quot;:1,&quot;foreColorIndex&quot;:5,&quot;transparency&quot;:0.85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ID" val="diagram20230963_2*n_h_h_i*1_2_2_2"/>
  <p:tag name="KSO_WM_UNIT_INDEX" val="1_2_2_2"/>
  <p:tag name="KSO_WM_DIAGRAM_GROUP_CODE" val="n1-1"/>
  <p:tag name="KSO_WM_UNIT_FILL_TYPE" val="3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TEMPLATE_CATEGORY" val="diagram"/>
  <p:tag name="KSO_WM_TEMPLATE_INDEX" val="20230963"/>
  <p:tag name="KSO_WM_UNIT_LAYERLEVEL" val="1_1_1_1"/>
  <p:tag name="KSO_WM_TAG_VERSION" val="3.0"/>
  <p:tag name="KSO_WM_DIAGRAM_VERSION" val="3"/>
  <p:tag name="KSO_WM_DIAGRAM_COLOR_TRICK" val="1"/>
  <p:tag name="KSO_WM_DIAGRAM_COLOR_TEXT_CAN_REMOVE" val="n"/>
  <p:tag name="KSO_WM_UNIT_TYPE" val="n_h_h_i"/>
  <p:tag name="KSO_WM_DIAGRAM_MAX_ITEMCNT" val="6"/>
  <p:tag name="KSO_WM_DIAGRAM_MIN_ITEMCNT" val="2"/>
  <p:tag name="KSO_WM_DIAGRAM_VIRTUALLY_FRAME" val="{&quot;height&quot;:382.4,&quot;left&quot;:54.899993896484375,&quot;top&quot;:137.45,&quot;width&quot;:850.2000122070312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.3700000047683716,&quot;transparency&quot;:0},{&quot;brightness&quot;:0.550000011920929,&quot;colorType&quot;:1,&quot;foreColorIndex&quot;:5,&quot;pos&quot;:0,&quot;transparency&quot;:0},{&quot;brightness&quot;:0,&quot;colorType&quot;:1,&quot;foreColorIndex&quot;:5,&quot;pos&quot;:1,&quot;transparency&quot;:0},{&quot;brightness&quot;:0.699999988079071,&quot;colorType&quot;:1,&quot;foreColorIndex&quot;:5,&quot;pos&quot;:0.7099999785423279,&quot;transparency&quot;:0}],&quot;type&quot;:2},&quot;shadow&quot;:{&quot;brightness&quot;:0,&quot;colorType&quot;:1,&quot;foreColorIndex&quot;:5,&quot;transparency&quot;:0.85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1"/>
  <p:tag name="KSO_WM_UNIT_FILL_FORE_SCHEMECOLOR_INDEX" val="14"/>
  <p:tag name="KSO_WM_UNIT_FILL_FORE_SCHEMECOLOR_INDEX_BRIGHTNESS" val="0"/>
  <p:tag name="KSO_WM_UNIT_ID" val="diagram20230963_2*n_h_h_i*1_2_1_1"/>
  <p:tag name="KSO_WM_UNIT_INDEX" val="1_2_1_1"/>
  <p:tag name="KSO_WM_DIAGRAM_GROUP_CODE" val="n1-1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TEMPLATE_CATEGORY" val="diagram"/>
  <p:tag name="KSO_WM_TEMPLATE_INDEX" val="20230963"/>
  <p:tag name="KSO_WM_UNIT_LAYERLEVEL" val="1_1_1_1"/>
  <p:tag name="KSO_WM_TAG_VERSION" val="3.0"/>
  <p:tag name="KSO_WM_DIAGRAM_VERSION" val="3"/>
  <p:tag name="KSO_WM_DIAGRAM_COLOR_TRICK" val="1"/>
  <p:tag name="KSO_WM_DIAGRAM_COLOR_TEXT_CAN_REMOVE" val="n"/>
  <p:tag name="KSO_WM_UNIT_TYPE" val="n_h_h_i"/>
  <p:tag name="KSO_WM_DIAGRAM_MAX_ITEMCNT" val="6"/>
  <p:tag name="KSO_WM_DIAGRAM_MIN_ITEMCNT" val="2"/>
  <p:tag name="KSO_WM_DIAGRAM_VIRTUALLY_FRAME" val="{&quot;height&quot;:382.4,&quot;left&quot;:54.899993896484375,&quot;top&quot;:137.45,&quot;width&quot;:850.2000122070312}"/>
  <p:tag name="KSO_WM_DIAGRAM_COLOR_MATCH_VALUE" val="{&quot;shape&quot;:{&quot;fill&quot;:{&quot;gradient&quot;:[{&quot;brightness&quot;:0,&quot;colorType&quot;:1,&quot;foreColorIndex&quot;:5,&quot;pos&quot;:0.4399999976158142,&quot;transparency&quot;:0},{&quot;brightness&quot;:0.6000000238418579,&quot;colorType&quot;:1,&quot;foreColorIndex&quot;:5,&quot;pos&quot;:0,&quot;transparency&quot;:0},{&quot;brightness&quot;:0,&quot;colorType&quot;:1,&quot;foreColorIndex&quot;:5,&quot;pos&quot;:0.6600000262260437,&quot;transparency&quot;:0},{&quot;brightness&quot;:0,&quot;colorType&quot;:1,&quot;foreColorIndex&quot;:5,&quot;pos&quot;:1,&quot;transparency&quot;:0}],&quot;type&quot;:3},&quot;glow&quot;:{&quot;colorType&quot;:0},&quot;line&quot;:{&quot;gradient&quot;:[{&quot;brightness&quot;:0,&quot;colorType&quot;:2,&quot;pos&quot;:0.3700000047683716,&quot;rgb&quot;:&quot;#ffffff&quot;,&quot;transparency&quot;:0},{&quot;brightness&quot;:0.550000011920929,&quot;colorType&quot;:1,&quot;foreColorIndex&quot;:5,&quot;pos&quot;:0,&quot;transparency&quot;:0},{&quot;brightness&quot;:0,&quot;colorType&quot;:2,&quot;pos&quot;:1,&quot;rgb&quot;:&quot;#ffffff&quot;,&quot;transparency&quot;:0},{&quot;brightness&quot;:0.699999988079071,&quot;colorType&quot;:1,&quot;foreColorIndex&quot;:5,&quot;pos&quot;:0.7099999785423279,&quot;transparency&quot;:0}],&quot;type&quot;:2},&quot;shadow&quot;:{&quot;brightness&quot;:0,&quot;colorType&quot;:1,&quot;foreColorIndex&quot;:5,&quot;transparency&quot;:0.85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ID" val="diagram20230963_2*n_h_h_i*1_2_1_2"/>
  <p:tag name="KSO_WM_UNIT_INDEX" val="1_2_1_2"/>
  <p:tag name="KSO_WM_DIAGRAM_GROUP_CODE" val="n1-1"/>
  <p:tag name="KSO_WM_UNIT_FILL_TYPE" val="3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TEMPLATE_CATEGORY" val="diagram"/>
  <p:tag name="KSO_WM_TEMPLATE_INDEX" val="20230963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UNIT_TYPE" val="n_h_i"/>
  <p:tag name="KSO_WM_DIAGRAM_MAX_ITEMCNT" val="6"/>
  <p:tag name="KSO_WM_DIAGRAM_MIN_ITEMCNT" val="2"/>
  <p:tag name="KSO_WM_DIAGRAM_VIRTUALLY_FRAME" val="{&quot;height&quot;:382.4,&quot;left&quot;:54.899993896484375,&quot;top&quot;:137.45,&quot;width&quot;:850.2000122070312}"/>
  <p:tag name="KSO_WM_DIAGRAM_COLOR_MATCH_VALUE" val="{&quot;shape&quot;:{&quot;fill&quot;:{&quot;type&quot;:0},&quot;glow&quot;:{&quot;colorType&quot;:0},&quot;line&quot;:{&quot;gradient&quot;:[{&quot;brightness&quot;:0,&quot;colorType&quot;:2,&quot;pos&quot;:0,&quot;rgb&quot;:&quot;#afc6ff&quot;,&quot;transparency&quot;:1},{&quot;brightness&quot;:0,&quot;colorType&quot;:2,&quot;pos&quot;:1,&quot;rgb&quot;:&quot;#376fff&quot;,&quot;transparency&quot;:1},{&quot;brightness&quot;:0,&quot;colorType&quot;:2,&quot;pos&quot;:0.5,&quot;rgb&quot;:&quot;#ffffff&quot;,&quot;transparency&quot;:0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BEAUTIFY_FLAG" val="#wm#"/>
  <p:tag name="KSO_WM_UNIT_ID" val="diagram20230963_2*n_h_i*1_1_4"/>
  <p:tag name="KSO_WM_UNIT_INDEX" val="1_1_4"/>
  <p:tag name="KSO_WM_DIAGRAM_GROUP_CODE" val="n1-1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TEMPLATE_CATEGORY" val="diagram"/>
  <p:tag name="KSO_WM_TEMPLATE_INDEX" val="20230963"/>
  <p:tag name="KSO_WM_UNIT_LAYERLEVEL" val="1_1_1_1"/>
  <p:tag name="KSO_WM_TAG_VERSION" val="3.0"/>
  <p:tag name="KSO_WM_DIAGRAM_VERSION" val="3"/>
  <p:tag name="KSO_WM_DIAGRAM_COLOR_TRICK" val="1"/>
  <p:tag name="KSO_WM_DIAGRAM_COLOR_TEXT_CAN_REMOVE" val="n"/>
  <p:tag name="KSO_WM_UNIT_VALUE" val="84*72"/>
  <p:tag name="KSO_WM_UNIT_TYPE" val="n_h_h_x"/>
  <p:tag name="KSO_WM_DIAGRAM_MAX_ITEMCNT" val="6"/>
  <p:tag name="KSO_WM_DIAGRAM_MIN_ITEMCNT" val="2"/>
  <p:tag name="KSO_WM_DIAGRAM_VIRTUALLY_FRAME" val="{&quot;height&quot;:382.4,&quot;left&quot;:54.899993896484375,&quot;top&quot;:137.45,&quot;width&quot;:850.2000122070312}"/>
  <p:tag name="KSO_WM_BEAUTIFY_FLAG" val="#wm#"/>
  <p:tag name="KSO_WM_UNIT_ID" val="diagram20230963_2*n_h_h_x*1_2_2_1"/>
  <p:tag name="KSO_WM_UNIT_INDEX" val="1_2_2_1"/>
  <p:tag name="KSO_WM_DIAGRAM_GROUP_CODE" val="n1-1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TEMPLATE_CATEGORY" val="diagram"/>
  <p:tag name="KSO_WM_TEMPLATE_INDEX" val="20230963"/>
  <p:tag name="KSO_WM_UNIT_LAYERLEVEL" val="1_1_1_1"/>
  <p:tag name="KSO_WM_TAG_VERSION" val="3.0"/>
  <p:tag name="KSO_WM_DIAGRAM_VERSION" val="3"/>
  <p:tag name="KSO_WM_DIAGRAM_COLOR_TRICK" val="1"/>
  <p:tag name="KSO_WM_DIAGRAM_COLOR_TEXT_CAN_REMOVE" val="n"/>
  <p:tag name="KSO_WM_UNIT_VALUE" val="76*78"/>
  <p:tag name="KSO_WM_UNIT_TYPE" val="n_h_h_x"/>
  <p:tag name="KSO_WM_DIAGRAM_MAX_ITEMCNT" val="6"/>
  <p:tag name="KSO_WM_DIAGRAM_MIN_ITEMCNT" val="2"/>
  <p:tag name="KSO_WM_DIAGRAM_VIRTUALLY_FRAME" val="{&quot;height&quot;:382.4,&quot;left&quot;:54.899993896484375,&quot;top&quot;:137.45,&quot;width&quot;:850.2000122070312}"/>
  <p:tag name="KSO_WM_BEAUTIFY_FLAG" val="#wm#"/>
  <p:tag name="KSO_WM_UNIT_ID" val="diagram20230963_2*n_h_h_x*1_2_3_1"/>
  <p:tag name="KSO_WM_UNIT_INDEX" val="1_2_3_1"/>
  <p:tag name="KSO_WM_DIAGRAM_GROUP_CODE" val="n1-1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</p:tagLst>
</file>

<file path=ppt/tags/tag30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VALUE" val="80*69"/>
  <p:tag name="KSO_WM_UNIT_HIGHLIGHT" val="0"/>
  <p:tag name="KSO_WM_UNIT_COMPATIBLE" val="0"/>
  <p:tag name="KSO_WM_UNIT_DIAGRAM_ISNUMVISUAL" val="0"/>
  <p:tag name="KSO_WM_UNIT_DIAGRAM_ISREFERUNIT" val="0"/>
  <p:tag name="KSO_WM_UNIT_TYPE" val="n_h_h_x"/>
  <p:tag name="KSO_WM_TEMPLATE_CATEGORY" val="diagram"/>
  <p:tag name="KSO_WM_TEMPLATE_INDEX" val="20230963"/>
  <p:tag name="KSO_WM_UNIT_LAYERLEVEL" val="1_1_1_1"/>
  <p:tag name="KSO_WM_TAG_VERSION" val="3.0"/>
  <p:tag name="KSO_WM_BEAUTIFY_FLAG" val="#wm#"/>
  <p:tag name="KSO_WM_DIAGRAM_MAX_ITEMCNT" val="6"/>
  <p:tag name="KSO_WM_DIAGRAM_MIN_ITEMCNT" val="2"/>
  <p:tag name="KSO_WM_DIAGRAM_VIRTUALLY_FRAME" val="{&quot;height&quot;:382.4,&quot;left&quot;:54.899993896484375,&quot;top&quot;:137.45,&quot;width&quot;:850.2000122070312}"/>
  <p:tag name="KSO_WM_UNIT_ID" val="diagram20230963_2*n_h_h_x*1_2_1_1"/>
  <p:tag name="KSO_WM_UNIT_INDEX" val="1_2_1_1"/>
  <p:tag name="KSO_WM_DIAGRAM_GROUP_CODE" val="n1-1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</p:tagLst>
</file>

<file path=ppt/tags/tag31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n_h_h_f"/>
  <p:tag name="KSO_WM_TEMPLATE_CATEGORY" val="diagram"/>
  <p:tag name="KSO_WM_TEMPLATE_INDEX" val="20230963"/>
  <p:tag name="KSO_WM_UNIT_LAYERLEVEL" val="1_1_1_1"/>
  <p:tag name="KSO_WM_TAG_VERSION" val="3.0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82.4,&quot;left&quot;:54.899993896484375,&quot;top&quot;:137.45,&quot;width&quot;:850.200012207031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ID" val="diagram20230963_2*n_h_h_f*1_2_3_1"/>
  <p:tag name="KSO_WM_UNIT_INDEX" val="1_2_3_1"/>
  <p:tag name="KSO_WM_DIAGRAM_GROUP_CODE" val="n1-1"/>
  <p:tag name="KSO_WM_UNIT_PRESET_TEXT" val="单击此处输入你的项正文，文字是您思想的提炼"/>
  <p:tag name="KSO_WM_UNIT_TEXT_FILL_FORE_SCHEMECOLOR_INDEX" val="1"/>
  <p:tag name="KSO_WM_UNIT_TEXT_FILL_TYPE" val="1"/>
  <p:tag name="KSO_WM_UNIT_TEXT_TYPE" val="1"/>
</p:tagLst>
</file>

<file path=ppt/tags/tag32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n_h_h_f"/>
  <p:tag name="KSO_WM_TEMPLATE_CATEGORY" val="diagram"/>
  <p:tag name="KSO_WM_TEMPLATE_INDEX" val="20230963"/>
  <p:tag name="KSO_WM_UNIT_LAYERLEVEL" val="1_1_1_1"/>
  <p:tag name="KSO_WM_TAG_VERSION" val="3.0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82.4,&quot;left&quot;:54.899993896484375,&quot;top&quot;:137.45,&quot;width&quot;:850.200012207031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ID" val="diagram20230963_2*n_h_h_f*1_2_2_1"/>
  <p:tag name="KSO_WM_UNIT_INDEX" val="1_2_2_1"/>
  <p:tag name="KSO_WM_DIAGRAM_GROUP_CODE" val="n1-1"/>
  <p:tag name="KSO_WM_UNIT_PRESET_TEXT" val="单击此处输入你的项正文，文字是您思想的提炼"/>
  <p:tag name="KSO_WM_UNIT_TEXT_FILL_FORE_SCHEMECOLOR_INDEX" val="1"/>
  <p:tag name="KSO_WM_UNIT_TEXT_FILL_TYPE" val="1"/>
  <p:tag name="KSO_WM_UNIT_TEXT_TYPE" val="1"/>
</p:tagLst>
</file>

<file path=ppt/tags/tag33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UNIT_TYPE" val="n_h_i"/>
  <p:tag name="KSO_WM_TEMPLATE_CATEGORY" val="diagram"/>
  <p:tag name="KSO_WM_TEMPLATE_INDEX" val="20230963"/>
  <p:tag name="KSO_WM_UNIT_LAYERLEVEL" val="1_1_1"/>
  <p:tag name="KSO_WM_TAG_VERSION" val="3.0"/>
  <p:tag name="KSO_WM_DIAGRAM_MAX_ITEMCNT" val="6"/>
  <p:tag name="KSO_WM_DIAGRAM_MIN_ITEMCNT" val="2"/>
  <p:tag name="KSO_WM_DIAGRAM_VIRTUALLY_FRAME" val="{&quot;height&quot;:382.4,&quot;left&quot;:54.899993896484375,&quot;top&quot;:137.45,&quot;width&quot;:850.2000122070312}"/>
  <p:tag name="KSO_WM_DIAGRAM_COLOR_MATCH_VALUE" val="{&quot;shape&quot;:{&quot;fill&quot;:{&quot;solid&quot;:{&quot;brightness&quot;:0.800000011920929,&quot;colorType&quot;:1,&quot;foreColorIndex&quot;:5,&quot;transparency&quot;:0.6499999761581421},&quot;type&quot;:1},&quot;glow&quot;:{&quot;colorType&quot;:0},&quot;line&quot;:{&quot;gradient&quot;:[{&quot;brightness&quot;:0.949999988079071,&quot;colorType&quot;:1,&quot;foreColorIndex&quot;:5,&quot;pos&quot;:0.3700000047683716,&quot;transparency&quot;:0},{&quot;brightness&quot;:0.49000000953674316,&quot;colorType&quot;:1,&quot;foreColorIndex&quot;:5,&quot;pos&quot;:0,&quot;transparency&quot;:0},{&quot;brightness&quot;:0,&quot;colorType&quot;:1,&quot;foreColorIndex&quot;:14,&quot;pos&quot;:1,&quot;transparency&quot;:0},{&quot;brightness&quot;:0.699999988079071,&quot;colorType&quot;:1,&quot;foreColorIndex&quot;:5,&quot;pos&quot;:0.7099999785423279,&quot;transparency&quot;:0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ID" val="diagram20230963_2*n_h_i*1_1_1"/>
  <p:tag name="KSO_WM_UNIT_INDEX" val="1_1_1"/>
  <p:tag name="KSO_WM_DIAGRAM_GROUP_CODE" val="n1-1"/>
  <p:tag name="KSO_WM_UNIT_FILL_TYPE" val="1"/>
  <p:tag name="KSO_WM_UNIT_FILL_FORE_SCHEMECOLOR_INDEX" val="5"/>
  <p:tag name="KSO_WM_UNIT_FILL_FORE_SCHEMECOLOR_INDEX_BRIGHTNESS" val="0.8"/>
</p:tagLst>
</file>

<file path=ppt/tags/tag34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UNIT_TYPE" val="n_h_i"/>
  <p:tag name="KSO_WM_TEMPLATE_CATEGORY" val="diagram"/>
  <p:tag name="KSO_WM_TEMPLATE_INDEX" val="20230963"/>
  <p:tag name="KSO_WM_UNIT_LAYERLEVEL" val="1_1_1"/>
  <p:tag name="KSO_WM_TAG_VERSION" val="3.0"/>
  <p:tag name="KSO_WM_DIAGRAM_MAX_ITEMCNT" val="6"/>
  <p:tag name="KSO_WM_DIAGRAM_MIN_ITEMCNT" val="2"/>
  <p:tag name="KSO_WM_DIAGRAM_VIRTUALLY_FRAME" val="{&quot;height&quot;:382.4,&quot;left&quot;:54.899993896484375,&quot;top&quot;:137.45,&quot;width&quot;:850.2000122070312}"/>
  <p:tag name="KSO_WM_DIAGRAM_COLOR_MATCH_VALUE" val="{&quot;shape&quot;:{&quot;fill&quot;:{&quot;type&quot;:0},&quot;glow&quot;:{&quot;colorType&quot;:0},&quot;line&quot;:{&quot;gradient&quot;:[{&quot;brightness&quot;:0.949999988079071,&quot;colorType&quot;:1,&quot;foreColorIndex&quot;:5,&quot;pos&quot;:0.3700000047683716,&quot;transparency&quot;:0},{&quot;brightness&quot;:0.49000000953674316,&quot;colorType&quot;:1,&quot;foreColorIndex&quot;:5,&quot;pos&quot;:0,&quot;transparency&quot;:0},{&quot;brightness&quot;:0,&quot;colorType&quot;:1,&quot;foreColorIndex&quot;:14,&quot;pos&quot;:1,&quot;transparency&quot;:0},{&quot;brightness&quot;:0.699999988079071,&quot;colorType&quot;:1,&quot;foreColorIndex&quot;:5,&quot;pos&quot;:0.7099999785423279,&quot;transparency&quot;:0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1"/>
  <p:tag name="KSO_WM_UNIT_FILL_FORE_SCHEMECOLOR_INDEX" val="14"/>
  <p:tag name="KSO_WM_UNIT_FILL_FORE_SCHEMECOLOR_INDEX_BRIGHTNESS" val="0"/>
  <p:tag name="KSO_WM_UNIT_ID" val="diagram20230963_2*n_h_i*1_1_2"/>
  <p:tag name="KSO_WM_UNIT_INDEX" val="1_1_2"/>
  <p:tag name="KSO_WM_DIAGRAM_GROUP_CODE" val="n1-1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TEMPLATE_CATEGORY" val="diagram"/>
  <p:tag name="KSO_WM_TEMPLATE_INDEX" val="20230963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UNIT_TYPE" val="n_h_i"/>
  <p:tag name="KSO_WM_DIAGRAM_MAX_ITEMCNT" val="6"/>
  <p:tag name="KSO_WM_DIAGRAM_MIN_ITEMCNT" val="2"/>
  <p:tag name="KSO_WM_DIAGRAM_VIRTUALLY_FRAME" val="{&quot;height&quot;:382.4,&quot;left&quot;:54.899993896484375,&quot;top&quot;:137.45,&quot;width&quot;:850.2000122070312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.8500000238418579},&quot;type&quot;:1},&quot;shadow&quot;:{&quot;brightness&quot;:0,&quot;colorType&quot;:1,&quot;foreColorIndex&quot;:13,&quot;transparency&quot;:0.9100000262260437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BEAUTIFY_FLAG" val="#wm#"/>
  <p:tag name="KSO_WM_UNIT_ID" val="diagram20230963_2*n_h_i*1_1_3"/>
  <p:tag name="KSO_WM_UNIT_INDEX" val="1_1_3"/>
  <p:tag name="KSO_WM_DIAGRAM_GROUP_CODE" val="n1-1"/>
  <p:tag name="KSO_WM_UNIT_LINE_FORE_SCHEMECOLOR_INDEX" val="5"/>
</p:tagLst>
</file>

<file path=ppt/tags/tag36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230961_2*n_h_i*1_1_3"/>
  <p:tag name="KSO_WM_TEMPLATE_CATEGORY" val="diagram"/>
  <p:tag name="KSO_WM_TEMPLATE_INDEX" val="20230961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UNIT_TYPE" val="n_h_i"/>
  <p:tag name="KSO_WM_UNIT_INDEX" val="1_1_3"/>
  <p:tag name="KSO_WM_UNIT_FILL_TYPE" val="1"/>
  <p:tag name="KSO_WM_UNIT_FILL_FORE_SCHEMECOLOR_INDEX" val="14"/>
  <p:tag name="KSO_WM_UNIT_FILL_FORE_SCHEMECOLOR_INDEX_BRIGHTNESS" val="0"/>
  <p:tag name="KSO_WM_DIAGRAM_MAX_ITEMCNT" val="6"/>
  <p:tag name="KSO_WM_DIAGRAM_MIN_ITEMCNT" val="2"/>
  <p:tag name="KSO_WM_DIAGRAM_VIRTUALLY_FRAME" val="{&quot;height&quot;:424.2932619040941,&quot;left&quot;:59.68796274230499,&quot;top&quot;:117.3,&quot;width&quot;:840.62407451539}"/>
  <p:tag name="KSO_WM_DIAGRAM_COLOR_MATCH_VALUE" val="{&quot;shape&quot;:{&quot;fill&quot;:{&quot;type&quot;:0},&quot;glow&quot;:{&quot;colorType&quot;:0},&quot;line&quot;:{&quot;solidLine&quot;:{&quot;brightness&quot;:0.3499999940395355,&quot;colorType&quot;:1,&quot;foreColorIndex&quot;:13,&quot;transparency&quot;:0.75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13"/>
</p:tagLst>
</file>

<file path=ppt/tags/tag37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230961_2*n_h_h_i*1_2_1_3"/>
  <p:tag name="KSO_WM_TEMPLATE_CATEGORY" val="diagram"/>
  <p:tag name="KSO_WM_TEMPLATE_INDEX" val="20230961"/>
  <p:tag name="KSO_WM_UNIT_LAYERLEVEL" val="1_1_1_1"/>
  <p:tag name="KSO_WM_TAG_VERSION" val="3.0"/>
  <p:tag name="KSO_WM_DIAGRAM_VERSION" val="3"/>
  <p:tag name="KSO_WM_DIAGRAM_COLOR_TRICK" val="1"/>
  <p:tag name="KSO_WM_DIAGRAM_COLOR_TEXT_CAN_REMOVE" val="n"/>
  <p:tag name="KSO_WM_UNIT_TYPE" val="n_h_h_i"/>
  <p:tag name="KSO_WM_UNIT_INDEX" val="1_2_1_3"/>
  <p:tag name="KSO_WM_DIAGRAM_MAX_ITEMCNT" val="6"/>
  <p:tag name="KSO_WM_DIAGRAM_MIN_ITEMCNT" val="2"/>
  <p:tag name="KSO_WM_DIAGRAM_VIRTUALLY_FRAME" val="{&quot;height&quot;:424.2932619040941,&quot;left&quot;:59.68796274230499,&quot;top&quot;:117.3,&quot;width&quot;:840.62407451539}"/>
  <p:tag name="KSO_WM_DIAGRAM_COLOR_MATCH_VALUE" val="{&quot;shape&quot;:{&quot;fill&quot;:{&quot;type&quot;:0},&quot;glow&quot;:{&quot;colorType&quot;:0},&quot;line&quot;:{&quot;solidLine&quot;:{&quot;brightness&quot;:0.3499999940395355,&quot;colorType&quot;:1,&quot;foreColorIndex&quot;:13,&quot;transparency&quot;:0.75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13"/>
</p:tagLst>
</file>

<file path=ppt/tags/tag38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230961_2*n_h_h_i*1_2_2_3"/>
  <p:tag name="KSO_WM_TEMPLATE_CATEGORY" val="diagram"/>
  <p:tag name="KSO_WM_TEMPLATE_INDEX" val="20230961"/>
  <p:tag name="KSO_WM_UNIT_LAYERLEVEL" val="1_1_1_1"/>
  <p:tag name="KSO_WM_TAG_VERSION" val="3.0"/>
  <p:tag name="KSO_WM_DIAGRAM_VERSION" val="3"/>
  <p:tag name="KSO_WM_DIAGRAM_COLOR_TRICK" val="1"/>
  <p:tag name="KSO_WM_DIAGRAM_COLOR_TEXT_CAN_REMOVE" val="n"/>
  <p:tag name="KSO_WM_UNIT_TYPE" val="n_h_h_i"/>
  <p:tag name="KSO_WM_UNIT_INDEX" val="1_2_2_3"/>
  <p:tag name="KSO_WM_DIAGRAM_MAX_ITEMCNT" val="6"/>
  <p:tag name="KSO_WM_DIAGRAM_MIN_ITEMCNT" val="2"/>
  <p:tag name="KSO_WM_DIAGRAM_VIRTUALLY_FRAME" val="{&quot;height&quot;:424.2932619040941,&quot;left&quot;:59.68796274230499,&quot;top&quot;:117.3,&quot;width&quot;:840.62407451539}"/>
  <p:tag name="KSO_WM_DIAGRAM_COLOR_MATCH_VALUE" val="{&quot;shape&quot;:{&quot;fill&quot;:{&quot;type&quot;:0},&quot;glow&quot;:{&quot;colorType&quot;:0},&quot;line&quot;:{&quot;solidLine&quot;:{&quot;brightness&quot;:0.3499999940395355,&quot;colorType&quot;:1,&quot;foreColorIndex&quot;:13,&quot;transparency&quot;:0.75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13"/>
</p:tagLst>
</file>

<file path=ppt/tags/tag39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230961_2*n_h_h_i*1_2_3_3"/>
  <p:tag name="KSO_WM_TEMPLATE_CATEGORY" val="diagram"/>
  <p:tag name="KSO_WM_TEMPLATE_INDEX" val="20230961"/>
  <p:tag name="KSO_WM_UNIT_LAYERLEVEL" val="1_1_1_1"/>
  <p:tag name="KSO_WM_TAG_VERSION" val="3.0"/>
  <p:tag name="KSO_WM_DIAGRAM_VERSION" val="3"/>
  <p:tag name="KSO_WM_DIAGRAM_COLOR_TRICK" val="1"/>
  <p:tag name="KSO_WM_DIAGRAM_COLOR_TEXT_CAN_REMOVE" val="n"/>
  <p:tag name="KSO_WM_UNIT_TYPE" val="n_h_h_i"/>
  <p:tag name="KSO_WM_UNIT_INDEX" val="1_2_3_3"/>
  <p:tag name="KSO_WM_DIAGRAM_MAX_ITEMCNT" val="6"/>
  <p:tag name="KSO_WM_DIAGRAM_MIN_ITEMCNT" val="2"/>
  <p:tag name="KSO_WM_DIAGRAM_VIRTUALLY_FRAME" val="{&quot;height&quot;:424.2932619040941,&quot;left&quot;:59.68796274230499,&quot;top&quot;:117.3,&quot;width&quot;:840.62407451539}"/>
  <p:tag name="KSO_WM_DIAGRAM_COLOR_MATCH_VALUE" val="{&quot;shape&quot;:{&quot;fill&quot;:{&quot;type&quot;:0},&quot;glow&quot;:{&quot;colorType&quot;:0},&quot;line&quot;:{&quot;solidLine&quot;:{&quot;brightness&quot;:0.3499999940395355,&quot;colorType&quot;:1,&quot;foreColorIndex&quot;:13,&quot;transparency&quot;:0.75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13"/>
</p:tagLst>
</file>

<file path=ppt/tags/tag40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230961_2*n_h_h_i*1_2_2_2"/>
  <p:tag name="KSO_WM_TEMPLATE_CATEGORY" val="diagram"/>
  <p:tag name="KSO_WM_TEMPLATE_INDEX" val="20230961"/>
  <p:tag name="KSO_WM_UNIT_LAYERLEVEL" val="1_1_1_1"/>
  <p:tag name="KSO_WM_TAG_VERSION" val="3.0"/>
  <p:tag name="KSO_WM_DIAGRAM_VERSION" val="3"/>
  <p:tag name="KSO_WM_DIAGRAM_COLOR_TRICK" val="1"/>
  <p:tag name="KSO_WM_DIAGRAM_COLOR_TEXT_CAN_REMOVE" val="n"/>
  <p:tag name="KSO_WM_UNIT_TYPE" val="n_h_h_i"/>
  <p:tag name="KSO_WM_UNIT_INDEX" val="1_2_2_2"/>
  <p:tag name="KSO_WM_UNIT_FILL_TYPE" val="1"/>
  <p:tag name="KSO_WM_UNIT_FILL_FORE_SCHEMECOLOR_INDEX" val="14"/>
  <p:tag name="KSO_WM_UNIT_FILL_FORE_SCHEMECOLOR_INDEX_BRIGHTNESS" val="0"/>
  <p:tag name="KSO_WM_DIAGRAM_MAX_ITEMCNT" val="6"/>
  <p:tag name="KSO_WM_DIAGRAM_MIN_ITEMCNT" val="2"/>
  <p:tag name="KSO_WM_DIAGRAM_VIRTUALLY_FRAME" val="{&quot;height&quot;:424.2932619040941,&quot;left&quot;:59.68796274230499,&quot;top&quot;:117.3,&quot;width&quot;:840.62407451539}"/>
  <p:tag name="KSO_WM_DIAGRAM_COLOR_MATCH_VALUE" val="{&quot;shape&quot;:{&quot;fill&quot;:{&quot;type&quot;:0},&quot;glow&quot;:{&quot;colorType&quot;:0},&quot;line&quot;:{&quot;solidLine&quot;:{&quot;brightness&quot;:0.3499999940395355,&quot;colorType&quot;:1,&quot;foreColorIndex&quot;:13,&quot;transparency&quot;:0.75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13"/>
</p:tagLst>
</file>

<file path=ppt/tags/tag41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230961_2*n_h_h_i*1_2_2_1"/>
  <p:tag name="KSO_WM_TEMPLATE_CATEGORY" val="diagram"/>
  <p:tag name="KSO_WM_TEMPLATE_INDEX" val="20230961"/>
  <p:tag name="KSO_WM_UNIT_LAYERLEVEL" val="1_1_1_1"/>
  <p:tag name="KSO_WM_TAG_VERSION" val="3.0"/>
  <p:tag name="KSO_WM_DIAGRAM_VERSION" val="3"/>
  <p:tag name="KSO_WM_DIAGRAM_COLOR_TRICK" val="1"/>
  <p:tag name="KSO_WM_DIAGRAM_COLOR_TEXT_CAN_REMOVE" val="n"/>
  <p:tag name="KSO_WM_UNIT_TYPE" val="n_h_h_i"/>
  <p:tag name="KSO_WM_UNIT_INDEX" val="1_2_2_1"/>
  <p:tag name="KSO_WM_DIAGRAM_MAX_ITEMCNT" val="6"/>
  <p:tag name="KSO_WM_DIAGRAM_MIN_ITEMCNT" val="2"/>
  <p:tag name="KSO_WM_DIAGRAM_VIRTUALLY_FRAME" val="{&quot;height&quot;:424.2932619040941,&quot;left&quot;:59.68796274230499,&quot;top&quot;:117.3,&quot;width&quot;:840.62407451539}"/>
  <p:tag name="KSO_WM_DIAGRAM_COLOR_MATCH_VALUE" val="{&quot;shape&quot;:{&quot;fill&quot;:{&quot;gradient&quot;:[{&quot;brightness&quot;:0.4000000059604645,&quot;colorType&quot;:1,&quot;foreColorIndex&quot;:5,&quot;pos&quot;:0,&quot;transparency&quot;:0},{&quot;brightness&quot;:0,&quot;colorType&quot;:1,&quot;foreColorIndex&quot;:5,&quot;pos&quot;:0.7099999785423279,&quot;transparency&quot;:0}],&quot;type&quot;:3},&quot;glow&quot;:{&quot;colorType&quot;:0},&quot;line&quot;:{&quot;type&quot;:0},&quot;shadow&quot;:{&quot;brightness&quot;:0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</p:tagLst>
</file>

<file path=ppt/tags/tag42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230961_2*n_h_a*1_1_1"/>
  <p:tag name="KSO_WM_TEMPLATE_CATEGORY" val="diagram"/>
  <p:tag name="KSO_WM_TEMPLATE_INDEX" val="20230961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UNIT_ISCONTENTSTITLE" val="0"/>
  <p:tag name="KSO_WM_UNIT_ISNUMDGMTITLE" val="0"/>
  <p:tag name="KSO_WM_UNIT_NOCLEAR" val="0"/>
  <p:tag name="KSO_WM_UNIT_VALUE" val="20"/>
  <p:tag name="KSO_WM_UNIT_TYPE" val="n_h_a"/>
  <p:tag name="KSO_WM_UNIT_INDEX" val="1_1_1"/>
  <p:tag name="KSO_WM_DIAGRAM_MAX_ITEMCNT" val="6"/>
  <p:tag name="KSO_WM_DIAGRAM_MIN_ITEMCNT" val="2"/>
  <p:tag name="KSO_WM_DIAGRAM_VIRTUALLY_FRAME" val="{&quot;height&quot;:424.2932619040941,&quot;left&quot;:59.68796274230499,&quot;top&quot;:117.3,&quot;width&quot;:840.62407451539}"/>
  <p:tag name="KSO_WM_DIAGRAM_COLOR_MATCH_VALUE" val="{&quot;shape&quot;:{&quot;fill&quot;:{&quot;gradient&quot;:[{&quot;brightness&quot;:0.4000000059604645,&quot;colorType&quot;:1,&quot;foreColorIndex&quot;:5,&quot;pos&quot;:0,&quot;transparency&quot;:0},{&quot;brightness&quot;:0,&quot;colorType&quot;:1,&quot;foreColorIndex&quot;:5,&quot;pos&quot;:0.7099999785423279,&quot;transparency&quot;:0}],&quot;type&quot;:3},&quot;glow&quot;:{&quot;colorType&quot;:0},&quot;line&quot;:{&quot;type&quot;:0},&quot;shadow&quot;:{&quot;brightness&quot;:0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添加&#10;项标题"/>
  <p:tag name="KSO_WM_UNIT_FILL_TYPE" val="3"/>
  <p:tag name="KSO_WM_UNIT_TEXT_TYPE" val="1"/>
</p:tagLst>
</file>

<file path=ppt/tags/tag43.xml><?xml version="1.0" encoding="utf-8"?>
<p:tagLst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f"/>
  <p:tag name="KSO_WM_UNIT_INDEX" val="1_2_2_1"/>
  <p:tag name="KSO_WM_UNIT_ID" val="diagram20230961_2*n_h_h_f*1_2_2_1"/>
  <p:tag name="KSO_WM_TEMPLATE_CATEGORY" val="diagram"/>
  <p:tag name="KSO_WM_TEMPLATE_INDEX" val="20230961"/>
  <p:tag name="KSO_WM_UNIT_LAYERLEVEL" val="1_1_1_1"/>
  <p:tag name="KSO_WM_TAG_VERSION" val="3.0"/>
  <p:tag name="KSO_WM_BEAUTIFY_FLAG" val="#wm#"/>
  <p:tag name="KSO_WM_UNIT_PLACING_PICTURE_USER_VIEWPORT" val="{&quot;height&quot;:1417,&quot;width&quot;:4423}"/>
  <p:tag name="KSO_WM_DIAGRAM_VERSION" val="3"/>
  <p:tag name="KSO_WM_DIAGRAM_COLOR_TRICK" val="1"/>
  <p:tag name="KSO_WM_DIAGRAM_COLOR_TEXT_CAN_REMOVE" val="n"/>
  <p:tag name="KSO_WM_UNIT_VALUE" val="54"/>
  <p:tag name="KSO_WM_DIAGRAM_MAX_ITEMCNT" val="6"/>
  <p:tag name="KSO_WM_DIAGRAM_MIN_ITEMCNT" val="2"/>
  <p:tag name="KSO_WM_DIAGRAM_VIRTUALLY_FRAME" val="{&quot;height&quot;:424.2932619040941,&quot;left&quot;:59.68796274230499,&quot;top&quot;:117.3,&quot;width&quot;:840.62407451539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3499999940395355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单击此处输入你的智能图形项正文 文字是您思想的提炼"/>
  <p:tag name="KSO_WM_UNIT_TEXT_FILL_FORE_SCHEMECOLOR_INDEX" val="1"/>
  <p:tag name="KSO_WM_UNIT_TEXT_FILL_TYPE" val="1"/>
  <p:tag name="KSO_WM_UNIT_TEXT_TYPE" val="1"/>
</p:tagLst>
</file>

<file path=ppt/tags/tag44.xml><?xml version="1.0" encoding="utf-8"?>
<p:tagLst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f"/>
  <p:tag name="KSO_WM_UNIT_INDEX" val="1_2_3_1"/>
  <p:tag name="KSO_WM_UNIT_ID" val="diagram20230961_2*n_h_h_f*1_2_3_1"/>
  <p:tag name="KSO_WM_TEMPLATE_CATEGORY" val="diagram"/>
  <p:tag name="KSO_WM_TEMPLATE_INDEX" val="20230961"/>
  <p:tag name="KSO_WM_UNIT_LAYERLEVEL" val="1_1_1_1"/>
  <p:tag name="KSO_WM_TAG_VERSION" val="3.0"/>
  <p:tag name="KSO_WM_BEAUTIFY_FLAG" val="#wm#"/>
  <p:tag name="KSO_WM_UNIT_PLACING_PICTURE_USER_VIEWPORT" val="{&quot;height&quot;:1417,&quot;width&quot;:4423}"/>
  <p:tag name="KSO_WM_DIAGRAM_VERSION" val="3"/>
  <p:tag name="KSO_WM_DIAGRAM_COLOR_TRICK" val="1"/>
  <p:tag name="KSO_WM_DIAGRAM_COLOR_TEXT_CAN_REMOVE" val="n"/>
  <p:tag name="KSO_WM_UNIT_VALUE" val="54"/>
  <p:tag name="KSO_WM_DIAGRAM_MAX_ITEMCNT" val="6"/>
  <p:tag name="KSO_WM_DIAGRAM_MIN_ITEMCNT" val="2"/>
  <p:tag name="KSO_WM_DIAGRAM_VIRTUALLY_FRAME" val="{&quot;height&quot;:424.2932619040941,&quot;left&quot;:59.68796274230499,&quot;top&quot;:117.3,&quot;width&quot;:840.62407451539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3499999940395355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单击此处输入你的智能图形项正文 文字是您思想的提炼"/>
  <p:tag name="KSO_WM_UNIT_TEXT_FILL_FORE_SCHEMECOLOR_INDEX" val="1"/>
  <p:tag name="KSO_WM_UNIT_TEXT_FILL_TYPE" val="1"/>
  <p:tag name="KSO_WM_UNIT_TEXT_TYPE" val="1"/>
</p:tagLst>
</file>

<file path=ppt/tags/tag45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230961_2*n_h_h_i*1_2_1_2"/>
  <p:tag name="KSO_WM_TEMPLATE_CATEGORY" val="diagram"/>
  <p:tag name="KSO_WM_TEMPLATE_INDEX" val="20230961"/>
  <p:tag name="KSO_WM_UNIT_LAYERLEVEL" val="1_1_1_1"/>
  <p:tag name="KSO_WM_TAG_VERSION" val="3.0"/>
  <p:tag name="KSO_WM_DIAGRAM_VERSION" val="3"/>
  <p:tag name="KSO_WM_DIAGRAM_COLOR_TRICK" val="1"/>
  <p:tag name="KSO_WM_DIAGRAM_COLOR_TEXT_CAN_REMOVE" val="n"/>
  <p:tag name="KSO_WM_UNIT_TYPE" val="n_h_h_i"/>
  <p:tag name="KSO_WM_UNIT_INDEX" val="1_2_1_2"/>
  <p:tag name="KSO_WM_UNIT_FILL_TYPE" val="1"/>
  <p:tag name="KSO_WM_UNIT_FILL_FORE_SCHEMECOLOR_INDEX" val="14"/>
  <p:tag name="KSO_WM_UNIT_FILL_FORE_SCHEMECOLOR_INDEX_BRIGHTNESS" val="0"/>
  <p:tag name="KSO_WM_DIAGRAM_MAX_ITEMCNT" val="6"/>
  <p:tag name="KSO_WM_DIAGRAM_MIN_ITEMCNT" val="2"/>
  <p:tag name="KSO_WM_DIAGRAM_VIRTUALLY_FRAME" val="{&quot;height&quot;:424.2932619040941,&quot;left&quot;:59.68796274230499,&quot;top&quot;:117.3,&quot;width&quot;:840.62407451539}"/>
  <p:tag name="KSO_WM_DIAGRAM_COLOR_MATCH_VALUE" val="{&quot;shape&quot;:{&quot;fill&quot;:{&quot;type&quot;:0},&quot;glow&quot;:{&quot;colorType&quot;:0},&quot;line&quot;:{&quot;solidLine&quot;:{&quot;brightness&quot;:0.3499999940395355,&quot;colorType&quot;:1,&quot;foreColorIndex&quot;:13,&quot;transparency&quot;:0.75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13"/>
</p:tagLst>
</file>

<file path=ppt/tags/tag46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230961_2*n_h_h_i*1_2_1_1"/>
  <p:tag name="KSO_WM_TEMPLATE_CATEGORY" val="diagram"/>
  <p:tag name="KSO_WM_TEMPLATE_INDEX" val="20230961"/>
  <p:tag name="KSO_WM_UNIT_LAYERLEVEL" val="1_1_1_1"/>
  <p:tag name="KSO_WM_TAG_VERSION" val="3.0"/>
  <p:tag name="KSO_WM_DIAGRAM_VERSION" val="3"/>
  <p:tag name="KSO_WM_DIAGRAM_COLOR_TRICK" val="1"/>
  <p:tag name="KSO_WM_DIAGRAM_COLOR_TEXT_CAN_REMOVE" val="n"/>
  <p:tag name="KSO_WM_UNIT_TYPE" val="n_h_h_i"/>
  <p:tag name="KSO_WM_UNIT_INDEX" val="1_2_1_1"/>
  <p:tag name="KSO_WM_DIAGRAM_MAX_ITEMCNT" val="6"/>
  <p:tag name="KSO_WM_DIAGRAM_MIN_ITEMCNT" val="2"/>
  <p:tag name="KSO_WM_DIAGRAM_VIRTUALLY_FRAME" val="{&quot;height&quot;:424.2932619040941,&quot;left&quot;:59.68796274230499,&quot;top&quot;:117.3,&quot;width&quot;:840.62407451539}"/>
  <p:tag name="KSO_WM_DIAGRAM_COLOR_MATCH_VALUE" val="{&quot;shape&quot;:{&quot;fill&quot;:{&quot;gradient&quot;:[{&quot;brightness&quot;:0.4000000059604645,&quot;colorType&quot;:1,&quot;foreColorIndex&quot;:5,&quot;pos&quot;:0,&quot;transparency&quot;:0},{&quot;brightness&quot;:0,&quot;colorType&quot;:1,&quot;foreColorIndex&quot;:5,&quot;pos&quot;:0.7099999785423279,&quot;transparency&quot;:0}],&quot;type&quot;:3},&quot;glow&quot;:{&quot;colorType&quot;:0},&quot;line&quot;:{&quot;type&quot;:0},&quot;shadow&quot;:{&quot;brightness&quot;:0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</p:tagLst>
</file>

<file path=ppt/tags/tag47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230961_2*n_h_h_i*1_2_3_2"/>
  <p:tag name="KSO_WM_TEMPLATE_CATEGORY" val="diagram"/>
  <p:tag name="KSO_WM_TEMPLATE_INDEX" val="20230961"/>
  <p:tag name="KSO_WM_UNIT_LAYERLEVEL" val="1_1_1_1"/>
  <p:tag name="KSO_WM_TAG_VERSION" val="3.0"/>
  <p:tag name="KSO_WM_DIAGRAM_VERSION" val="3"/>
  <p:tag name="KSO_WM_DIAGRAM_COLOR_TRICK" val="1"/>
  <p:tag name="KSO_WM_DIAGRAM_COLOR_TEXT_CAN_REMOVE" val="n"/>
  <p:tag name="KSO_WM_UNIT_TYPE" val="n_h_h_i"/>
  <p:tag name="KSO_WM_UNIT_INDEX" val="1_2_3_2"/>
  <p:tag name="KSO_WM_UNIT_FILL_TYPE" val="1"/>
  <p:tag name="KSO_WM_UNIT_FILL_FORE_SCHEMECOLOR_INDEX" val="14"/>
  <p:tag name="KSO_WM_UNIT_FILL_FORE_SCHEMECOLOR_INDEX_BRIGHTNESS" val="0"/>
  <p:tag name="KSO_WM_DIAGRAM_MAX_ITEMCNT" val="6"/>
  <p:tag name="KSO_WM_DIAGRAM_MIN_ITEMCNT" val="2"/>
  <p:tag name="KSO_WM_DIAGRAM_VIRTUALLY_FRAME" val="{&quot;height&quot;:424.2932619040941,&quot;left&quot;:59.68796274230499,&quot;top&quot;:117.3,&quot;width&quot;:840.62407451539}"/>
  <p:tag name="KSO_WM_DIAGRAM_COLOR_MATCH_VALUE" val="{&quot;shape&quot;:{&quot;fill&quot;:{&quot;type&quot;:0},&quot;glow&quot;:{&quot;colorType&quot;:0},&quot;line&quot;:{&quot;solidLine&quot;:{&quot;brightness&quot;:0.3499999940395355,&quot;colorType&quot;:1,&quot;foreColorIndex&quot;:13,&quot;transparency&quot;:0.75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13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230961_2*n_h_h_x*1_2_1_1"/>
  <p:tag name="KSO_WM_TEMPLATE_CATEGORY" val="diagram"/>
  <p:tag name="KSO_WM_TEMPLATE_INDEX" val="20230961"/>
  <p:tag name="KSO_WM_UNIT_LAYERLEVEL" val="1_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VALUE" val="85*79"/>
  <p:tag name="KSO_WM_UNIT_TYPE" val="n_h_h_x"/>
  <p:tag name="KSO_WM_UNIT_INDEX" val="1_2_1_1"/>
  <p:tag name="KSO_WM_DIAGRAM_MAX_ITEMCNT" val="6"/>
  <p:tag name="KSO_WM_DIAGRAM_MIN_ITEMCNT" val="2"/>
  <p:tag name="KSO_WM_DIAGRAM_VIRTUALLY_FRAME" val="{&quot;height&quot;:424.2932619040941,&quot;left&quot;:59.68796274230499,&quot;top&quot;:117.3,&quot;width&quot;:840.62407451539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FILL_TYPE" val="1"/>
  <p:tag name="KSO_WM_UNIT_FILL_FORE_SCHEMECOLOR_INDEX" val="14"/>
  <p:tag name="KSO_WM_UNIT_FILL_FORE_SCHEMECOLOR_INDEX_BRIGHTNESS" val="0"/>
</p:tagLst>
</file>

<file path=ppt/tags/tag49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230961_2*n_h_h_i*1_2_3_1"/>
  <p:tag name="KSO_WM_TEMPLATE_CATEGORY" val="diagram"/>
  <p:tag name="KSO_WM_TEMPLATE_INDEX" val="20230961"/>
  <p:tag name="KSO_WM_UNIT_LAYERLEVEL" val="1_1_1_1"/>
  <p:tag name="KSO_WM_TAG_VERSION" val="3.0"/>
  <p:tag name="KSO_WM_DIAGRAM_VERSION" val="3"/>
  <p:tag name="KSO_WM_DIAGRAM_COLOR_TRICK" val="1"/>
  <p:tag name="KSO_WM_DIAGRAM_COLOR_TEXT_CAN_REMOVE" val="n"/>
  <p:tag name="KSO_WM_UNIT_TYPE" val="n_h_h_i"/>
  <p:tag name="KSO_WM_UNIT_INDEX" val="1_2_3_1"/>
  <p:tag name="KSO_WM_DIAGRAM_MAX_ITEMCNT" val="6"/>
  <p:tag name="KSO_WM_DIAGRAM_MIN_ITEMCNT" val="2"/>
  <p:tag name="KSO_WM_DIAGRAM_VIRTUALLY_FRAME" val="{&quot;height&quot;:424.2932619040941,&quot;left&quot;:59.68796274230499,&quot;top&quot;:117.3,&quot;width&quot;:840.62407451539}"/>
  <p:tag name="KSO_WM_DIAGRAM_COLOR_MATCH_VALUE" val="{&quot;shape&quot;:{&quot;fill&quot;:{&quot;gradient&quot;:[{&quot;brightness&quot;:0.4000000059604645,&quot;colorType&quot;:1,&quot;foreColorIndex&quot;:5,&quot;pos&quot;:0,&quot;transparency&quot;:0},{&quot;brightness&quot;:0,&quot;colorType&quot;:1,&quot;foreColorIndex&quot;:5,&quot;pos&quot;:0.7099999785423279,&quot;transparency&quot;:0}],&quot;type&quot;:3},&quot;glow&quot;:{&quot;colorType&quot;:0},&quot;line&quot;:{&quot;type&quot;:0},&quot;shadow&quot;:{&quot;brightness&quot;:0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230961_2*n_h_h_x*1_2_3_1"/>
  <p:tag name="KSO_WM_TEMPLATE_CATEGORY" val="diagram"/>
  <p:tag name="KSO_WM_TEMPLATE_INDEX" val="20230961"/>
  <p:tag name="KSO_WM_UNIT_LAYERLEVEL" val="1_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VALUE" val="85*72"/>
  <p:tag name="KSO_WM_UNIT_TYPE" val="n_h_h_x"/>
  <p:tag name="KSO_WM_UNIT_INDEX" val="1_2_3_1"/>
  <p:tag name="KSO_WM_DIAGRAM_MAX_ITEMCNT" val="6"/>
  <p:tag name="KSO_WM_DIAGRAM_MIN_ITEMCNT" val="2"/>
  <p:tag name="KSO_WM_DIAGRAM_VIRTUALLY_FRAME" val="{&quot;height&quot;:424.2932619040941,&quot;left&quot;:59.68796274230499,&quot;top&quot;:117.3,&quot;width&quot;:840.62407451539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FILL_TYPE" val="1"/>
  <p:tag name="KSO_WM_UNIT_FILL_FORE_SCHEMECOLOR_INDEX" val="14"/>
  <p:tag name="KSO_WM_UNIT_FILL_FORE_SCHEMECOLOR_INDEX_BRIGHTNESS" val="0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230961_2*n_h_h_x*1_2_2_1"/>
  <p:tag name="KSO_WM_TEMPLATE_CATEGORY" val="diagram"/>
  <p:tag name="KSO_WM_TEMPLATE_INDEX" val="20230961"/>
  <p:tag name="KSO_WM_UNIT_LAYERLEVEL" val="1_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VALUE" val="85*72"/>
  <p:tag name="KSO_WM_UNIT_TYPE" val="n_h_h_x"/>
  <p:tag name="KSO_WM_UNIT_INDEX" val="1_2_2_1"/>
  <p:tag name="KSO_WM_DIAGRAM_MAX_ITEMCNT" val="6"/>
  <p:tag name="KSO_WM_DIAGRAM_MIN_ITEMCNT" val="2"/>
  <p:tag name="KSO_WM_DIAGRAM_VIRTUALLY_FRAME" val="{&quot;height&quot;:424.2932619040941,&quot;left&quot;:59.68796274230499,&quot;top&quot;:117.3,&quot;width&quot;:840.62407451539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FILL_TYPE" val="1"/>
  <p:tag name="KSO_WM_UNIT_FILL_FORE_SCHEMECOLOR_INDEX" val="14"/>
  <p:tag name="KSO_WM_UNIT_FILL_FORE_SCHEMECOLOR_INDEX_BRIGHTNESS" val="0"/>
</p:tagLst>
</file>

<file path=ppt/tags/tag52.xml><?xml version="1.0" encoding="utf-8"?>
<p:tagLst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f"/>
  <p:tag name="KSO_WM_UNIT_INDEX" val="1_2_1_1"/>
  <p:tag name="KSO_WM_UNIT_ID" val="diagram20230961_2*n_h_h_f*1_2_1_1"/>
  <p:tag name="KSO_WM_TEMPLATE_CATEGORY" val="diagram"/>
  <p:tag name="KSO_WM_TEMPLATE_INDEX" val="20230961"/>
  <p:tag name="KSO_WM_UNIT_LAYERLEVEL" val="1_1_1_1"/>
  <p:tag name="KSO_WM_TAG_VERSION" val="3.0"/>
  <p:tag name="KSO_WM_BEAUTIFY_FLAG" val="#wm#"/>
  <p:tag name="KSO_WM_UNIT_PLACING_PICTURE_USER_VIEWPORT" val="{&quot;height&quot;:1417,&quot;width&quot;:4423}"/>
  <p:tag name="KSO_WM_DIAGRAM_VERSION" val="3"/>
  <p:tag name="KSO_WM_DIAGRAM_COLOR_TRICK" val="1"/>
  <p:tag name="KSO_WM_DIAGRAM_COLOR_TEXT_CAN_REMOVE" val="n"/>
  <p:tag name="KSO_WM_UNIT_VALUE" val="54"/>
  <p:tag name="KSO_WM_DIAGRAM_MAX_ITEMCNT" val="6"/>
  <p:tag name="KSO_WM_DIAGRAM_MIN_ITEMCNT" val="2"/>
  <p:tag name="KSO_WM_DIAGRAM_VIRTUALLY_FRAME" val="{&quot;height&quot;:424.2932619040941,&quot;left&quot;:59.68796274230499,&quot;top&quot;:117.3,&quot;width&quot;:840.62407451539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3499999940395355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单击此处输入你的智能图形项正文 文字是您思想的提炼"/>
  <p:tag name="KSO_WM_UNIT_TEXT_FILL_FORE_SCHEMECOLOR_INDEX" val="1"/>
  <p:tag name="KSO_WM_UNIT_TEXT_FILL_TYPE" val="1"/>
  <p:tag name="KSO_WM_UNIT_TEXT_TYPE" val="1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custom20234474_1*i*1"/>
  <p:tag name="KSO_WM_TEMPLATE_CATEGORY" val="custom"/>
  <p:tag name="KSO_WM_TEMPLATE_INDEX" val="20234474"/>
  <p:tag name="KSO_WM_UNIT_LAYERLEVEL" val="1"/>
  <p:tag name="KSO_WM_TAG_VERSION" val="3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custom20234474_1*i*2"/>
  <p:tag name="KSO_WM_TEMPLATE_CATEGORY" val="custom"/>
  <p:tag name="KSO_WM_TEMPLATE_INDEX" val="20234474"/>
  <p:tag name="KSO_WM_UNIT_LAYERLEVEL" val="1"/>
  <p:tag name="KSO_WM_TAG_VERSION" val="3.0"/>
  <p:tag name="KSO_WM_BEAUTIFY_FLAG" val="#wm#"/>
</p:tagLst>
</file>

<file path=ppt/tags/tag5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2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4474_1*a*1"/>
  <p:tag name="KSO_WM_TEMPLATE_CATEGORY" val="custom"/>
  <p:tag name="KSO_WM_TEMPLATE_INDEX" val="20234474"/>
  <p:tag name="KSO_WM_UNIT_LAYERLEVEL" val="1"/>
  <p:tag name="KSO_WM_TAG_VERSION" val="3.0"/>
  <p:tag name="KSO_WM_BEAUTIFY_FLAG" val="#wm#"/>
  <p:tag name="KSO_WM_UNIT_TEXT_TYPE" val="1"/>
  <p:tag name="KSO_WM_UNIT_TEXT_FILL_FORE_SCHEMECOLOR_INDEX" val="13"/>
  <p:tag name="KSO_WM_UNIT_TEXT_FILL_TYPE" val="1"/>
  <p:tag name="KSO_WM_UNIT_USESOURCEFORMAT_APPLY" val="1"/>
  <p:tag name="KSO_WM_UNIT_PRESET_TEXT" val="单击此处添加标题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custom20234474_1*i*3"/>
  <p:tag name="KSO_WM_TEMPLATE_CATEGORY" val="custom"/>
  <p:tag name="KSO_WM_TEMPLATE_INDEX" val="20234474"/>
  <p:tag name="KSO_WM_UNIT_LAYERLEVEL" val="1"/>
  <p:tag name="KSO_WM_TAG_VERSION" val="3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custom20234474_1*i*4"/>
  <p:tag name="KSO_WM_TEMPLATE_CATEGORY" val="custom"/>
  <p:tag name="KSO_WM_TEMPLATE_INDEX" val="20234474"/>
  <p:tag name="KSO_WM_UNIT_LAYERLEVEL" val="1"/>
  <p:tag name="KSO_WM_TAG_VERSION" val="3.0"/>
  <p:tag name="KSO_WM_BEAUTIFY_FLAG" val="#wm#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custom20234474_1*i*5"/>
  <p:tag name="KSO_WM_TEMPLATE_CATEGORY" val="custom"/>
  <p:tag name="KSO_WM_TEMPLATE_INDEX" val="20234474"/>
  <p:tag name="KSO_WM_UNIT_LAYERLEVEL" val="1"/>
  <p:tag name="KSO_WM_TAG_VERSION" val="3.0"/>
  <p:tag name="KSO_WM_BEAUTIFY_FLAG" val="#wm#"/>
</p:tagLst>
</file>

<file path=ppt/tags/tag59.xml><?xml version="1.0" encoding="utf-8"?>
<p:tagLst xmlns:p="http://schemas.openxmlformats.org/presentationml/2006/main">
  <p:tag name="KSO_WM_UNIT_SUBTYPE" val="a"/>
  <p:tag name="KSO_WM_UNIT_TEXT_LAYER_COUNT" val="1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custom20234474_1*f*1"/>
  <p:tag name="KSO_WM_TEMPLATE_CATEGORY" val="custom"/>
  <p:tag name="KSO_WM_TEMPLATE_INDEX" val="20234474"/>
  <p:tag name="KSO_WM_UNIT_LAYERLEVEL" val="1"/>
  <p:tag name="KSO_WM_TAG_VERSION" val="3.0"/>
  <p:tag name="KSO_WM_BEAUTIFY_FLAG" val="#wm#"/>
  <p:tag name="KSO_WM_UNIT_VALUE" val="78"/>
  <p:tag name="KSO_WM_UNIT_PRESET_TEXT" val="单击此处添加文本具体内容，根据需要可酌情增减文字，以便观者准确地理解您传达的思想。单击此处添加文本具体内容，简明扼要地阐述您的观点。"/>
  <p:tag name="KSO_WM_UNIT_TEXT_TYPE" val="1"/>
</p:tagLst>
</file>

<file path=ppt/tags/tag60.xml><?xml version="1.0" encoding="utf-8"?>
<p:tagLst xmlns:p="http://schemas.openxmlformats.org/presentationml/2006/main">
  <p:tag name="KSO_WM_SLIDE_ID" val="custom20234474_1"/>
  <p:tag name="KSO_WM_TEMPLATE_SUBCATEGORY" val="0"/>
  <p:tag name="KSO_WM_TEMPLATE_MASTER_TYPE" val="0"/>
  <p:tag name="KSO_WM_TEMPLATE_COLOR_TYPE" val="0"/>
  <p:tag name="KSO_WM_SLIDE_ITEM_CNT" val="0"/>
  <p:tag name="KSO_WM_SLIDE_INDEX" val="1"/>
  <p:tag name="KSO_WM_TAG_VERSION" val="3.0"/>
  <p:tag name="KSO_WM_BEAUTIFY_FLAG" val="#wm#"/>
  <p:tag name="KSO_WM_TEMPLATE_CATEGORY" val="custom"/>
  <p:tag name="KSO_WM_TEMPLATE_INDEX" val="20234474"/>
  <p:tag name="KSO_WM_SLIDE_TYPE" val="text"/>
  <p:tag name="KSO_WM_SLIDE_SUBTYPE" val="picTxt"/>
  <p:tag name="KSO_WM_SLIDE_SIZE" val="882*444"/>
  <p:tag name="KSO_WM_SLIDE_POSITION" val="48*47"/>
  <p:tag name="KSO_WM_SLIDE_LAYOUT" val="a_f_β"/>
  <p:tag name="KSO_WM_SLIDE_LAYOUT_CNT" val="1_1_1"/>
  <p:tag name="KSO_WM_SPECIAL_SOURCE" val="bdnull"/>
</p:tagLst>
</file>

<file path=ppt/tags/tag61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35161_3*a*1"/>
  <p:tag name="KSO_WM_TEMPLATE_CATEGORY" val="diagram"/>
  <p:tag name="KSO_WM_TEMPLATE_INDEX" val="20235161"/>
  <p:tag name="KSO_WM_UNIT_LAYERLEVEL" val="1"/>
  <p:tag name="KSO_WM_TAG_VERSION" val="3.0"/>
  <p:tag name="KSO_WM_BEAUTIFY_FLAG" val="#wm#"/>
  <p:tag name="KSO_WM_DIAGRAM_GROUP_CODE" val="l1-1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1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1"/>
  <p:tag name="KSO_WM_UNIT_ID" val="diagram20235161_1*l_h_i*1_1_1"/>
  <p:tag name="KSO_WM_TEMPLATE_CATEGORY" val="diagram"/>
  <p:tag name="KSO_WM_TEMPLATE_INDEX" val="20235161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3"/>
  <p:tag name="KSO_WM_DIAGRAM_MAX_ITEMCNT" val="4"/>
  <p:tag name="KSO_WM_DIAGRAM_MIN_ITEMCNT" val="2"/>
  <p:tag name="KSO_WM_DIAGRAM_VIRTUALLY_FRAME" val="{&quot;height&quot;:356.60425392677206,&quot;left&quot;:54.8,&quot;top&quot;:145.07287303661397,&quot;width&quot;:850.4}"/>
  <p:tag name="KSO_WM_DIAGRAM_COLOR_MATCH_VALUE" val="{&quot;shape&quot;:{&quot;fill&quot;:{&quot;gradient&quot;:[{&quot;brightness&quot;:0.4000000059604645,&quot;colorType&quot;:1,&quot;foreColorIndex&quot;:5,&quot;pos&quot;:0,&quot;transparency&quot;:0.23999999463558197},{&quot;brightness&quot;:0,&quot;colorType&quot;:1,&quot;foreColorIndex&quot;:5,&quot;pos&quot;:1,&quot;transparency&quot;:0}],&quot;type&quot;:3},&quot;glow&quot;:{&quot;colorType&quot;:0},&quot;line&quot;:{&quot;type&quot;:0},&quot;shadow&quot;:{&quot;brightness&quot;:-0.25,&quot;colorType&quot;:1,&quot;foreColorIndex&quot;:5,&quot;transparency&quot;:0.85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SHADOW_SCHEMECOLOR_INDEX" val="5"/>
  <p:tag name="KSO_WM_UNIT_TEXT_FILL_FORE_SCHEMECOLOR_INDEX" val="2"/>
  <p:tag name="KSO_WM_UNIT_TEXT_FILL_TYPE" val="1"/>
  <p:tag name="KSO_WM_UNIT_USESOURCEFORMAT_APPLY" val="1"/>
</p:tagLst>
</file>

<file path=ppt/tags/tag63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1_1"/>
  <p:tag name="KSO_WM_UNIT_ID" val="diagram20235161_1*l_h_f*1_1_1"/>
  <p:tag name="KSO_WM_TEMPLATE_CATEGORY" val="diagram"/>
  <p:tag name="KSO_WM_TEMPLATE_INDEX" val="20235161"/>
  <p:tag name="KSO_WM_UNIT_LAYERLEVEL" val="1_1_1"/>
  <p:tag name="KSO_WM_TAG_VERSION" val="3.0"/>
  <p:tag name="KSO_WM_UNIT_TEXT_FILL_FORE_SCHEMECOLOR_INDEX_BRIGHTNESS" val="0.15"/>
  <p:tag name="KSO_WM_DIAGRAM_GROUP_CODE" val="l1-1"/>
  <p:tag name="KSO_WM_DIAGRAM_MAX_ITEMCNT" val="4"/>
  <p:tag name="KSO_WM_DIAGRAM_MIN_ITEMCNT" val="2"/>
  <p:tag name="KSO_WM_DIAGRAM_VIRTUALLY_FRAME" val="{&quot;height&quot;:356.60425392677206,&quot;left&quot;:54.8,&quot;top&quot;:145.07287303661397,&quot;width&quot;:850.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DIAGRAM_VERSION" val="3"/>
  <p:tag name="KSO_WM_DIAGRAM_COLOR_TRICK" val="1"/>
  <p:tag name="KSO_WM_DIAGRAM_COLOR_TEXT_CAN_REMOVE" val="n"/>
  <p:tag name="KSO_WM_UNIT_PRESET_TEXT" val="单击此处添加文本具体内容，简明扼要地阐述您的观点。根据需要可酌情增减文字，以便观者准确地理解您传达的思想。单击此处添加文本具体内容，简明扼要地阐述您的观点。根据需要可酌情增减文字，以便观者准确地理解您传达的思想"/>
  <p:tag name="KSO_WM_UNIT_TEXT_FILL_FORE_SCHEMECOLOR_INDEX" val="1"/>
  <p:tag name="KSO_WM_UNIT_TEXT_FILL_TYPE" val="1"/>
  <p:tag name="KSO_WM_UNIT_USESOURCEFORMAT_APPLY" val="1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2_2"/>
  <p:tag name="KSO_WM_UNIT_ID" val="diagram20235161_1*l_h_i*1_2_2"/>
  <p:tag name="KSO_WM_TEMPLATE_CATEGORY" val="diagram"/>
  <p:tag name="KSO_WM_TEMPLATE_INDEX" val="20235161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LINE_FORE_SCHEMECOLOR_INDEX" val="6"/>
  <p:tag name="KSO_WM_DIAGRAM_MAX_ITEMCNT" val="4"/>
  <p:tag name="KSO_WM_DIAGRAM_MIN_ITEMCNT" val="2"/>
  <p:tag name="KSO_WM_DIAGRAM_VIRTUALLY_FRAME" val="{&quot;height&quot;:356.60425392677206,&quot;left&quot;:54.8,&quot;top&quot;:145.07287303661397,&quot;width&quot;:850.4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.800000011920929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ILL_TYPE" val="2"/>
  <p:tag name="KSO_WM_UNIT_USESOURCEFORMAT_APPLY" val="1"/>
</p:tagLst>
</file>

<file path=ppt/tags/tag65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2_1"/>
  <p:tag name="KSO_WM_UNIT_ID" val="diagram20235161_1*l_h_f*1_2_1"/>
  <p:tag name="KSO_WM_TEMPLATE_CATEGORY" val="diagram"/>
  <p:tag name="KSO_WM_TEMPLATE_INDEX" val="20235161"/>
  <p:tag name="KSO_WM_UNIT_LAYERLEVEL" val="1_1_1"/>
  <p:tag name="KSO_WM_TAG_VERSION" val="3.0"/>
  <p:tag name="KSO_WM_UNIT_TEXT_FILL_FORE_SCHEMECOLOR_INDEX_BRIGHTNESS" val="0.15"/>
  <p:tag name="KSO_WM_DIAGRAM_GROUP_CODE" val="l1-1"/>
  <p:tag name="KSO_WM_DIAGRAM_MAX_ITEMCNT" val="4"/>
  <p:tag name="KSO_WM_DIAGRAM_MIN_ITEMCNT" val="2"/>
  <p:tag name="KSO_WM_DIAGRAM_VIRTUALLY_FRAME" val="{&quot;height&quot;:356.60425392677206,&quot;left&quot;:54.8,&quot;top&quot;:145.07287303661397,&quot;width&quot;:850.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DIAGRAM_VERSION" val="3"/>
  <p:tag name="KSO_WM_DIAGRAM_COLOR_TRICK" val="1"/>
  <p:tag name="KSO_WM_DIAGRAM_COLOR_TEXT_CAN_REMOVE" val="n"/>
  <p:tag name="KSO_WM_UNIT_PRESET_TEXT" val="单击此处添加文本具体内容，简明扼要地阐述您的观点。根据需要可酌情增减文字，以便观者准确地理解您传达的思想。单击此处添加文本具体内容，简明扼要地阐述您的观点。根据需要可酌情增减文字，以便观者准确地理解您传达的思想"/>
  <p:tag name="KSO_WM_UNIT_TEXT_FILL_FORE_SCHEMECOLOR_INDEX" val="1"/>
  <p:tag name="KSO_WM_UNIT_TEXT_FILL_TYPE" val="1"/>
  <p:tag name="KSO_WM_UNIT_USESOURCEFORMAT_APPLY" val="1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2_1"/>
  <p:tag name="KSO_WM_UNIT_ID" val="diagram20235161_1*l_h_i*1_2_1"/>
  <p:tag name="KSO_WM_TEMPLATE_CATEGORY" val="diagram"/>
  <p:tag name="KSO_WM_TEMPLATE_INDEX" val="20235161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3"/>
  <p:tag name="KSO_WM_DIAGRAM_MAX_ITEMCNT" val="4"/>
  <p:tag name="KSO_WM_DIAGRAM_MIN_ITEMCNT" val="2"/>
  <p:tag name="KSO_WM_DIAGRAM_VIRTUALLY_FRAME" val="{&quot;height&quot;:356.60425392677206,&quot;left&quot;:54.8,&quot;top&quot;:145.07287303661397,&quot;width&quot;:850.4}"/>
  <p:tag name="KSO_WM_DIAGRAM_COLOR_MATCH_VALUE" val="{&quot;shape&quot;:{&quot;fill&quot;:{&quot;gradient&quot;:[{&quot;brightness&quot;:0.4000000059604645,&quot;colorType&quot;:1,&quot;foreColorIndex&quot;:5,&quot;pos&quot;:0,&quot;transparency&quot;:0.23999999463558197},{&quot;brightness&quot;:0,&quot;colorType&quot;:1,&quot;foreColorIndex&quot;:5,&quot;pos&quot;:1,&quot;transparency&quot;:0}],&quot;type&quot;:3},&quot;glow&quot;:{&quot;colorType&quot;:0},&quot;line&quot;:{&quot;type&quot;:0},&quot;shadow&quot;:{&quot;brightness&quot;:-0.25,&quot;colorType&quot;:1,&quot;foreColorIndex&quot;:5,&quot;transparency&quot;:0.85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SHADOW_SCHEMECOLOR_INDEX" val="6"/>
  <p:tag name="KSO_WM_UNIT_TEXT_FILL_FORE_SCHEMECOLOR_INDEX" val="2"/>
  <p:tag name="KSO_WM_UNIT_TEXT_FILL_TYPE" val="1"/>
  <p:tag name="KSO_WM_UNIT_USESOURCEFORMAT_APPLY" val="1"/>
</p:tagLst>
</file>

<file path=ppt/tags/tag67.xml><?xml version="1.0" encoding="utf-8"?>
<p:tagLst xmlns:p="http://schemas.openxmlformats.org/presentationml/2006/main">
  <p:tag name="KSO_WM_UNIT_VALUE" val="88*88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x"/>
  <p:tag name="KSO_WM_UNIT_INDEX" val="1_1_1"/>
  <p:tag name="KSO_WM_UNIT_ID" val="diagram20235161_1*l_h_x*1_1_1"/>
  <p:tag name="KSO_WM_TEMPLATE_CATEGORY" val="diagram"/>
  <p:tag name="KSO_WM_TEMPLATE_INDEX" val="20235161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4"/>
  <p:tag name="KSO_WM_DIAGRAM_MIN_ITEMCNT" val="2"/>
  <p:tag name="KSO_WM_DIAGRAM_VIRTUALLY_FRAME" val="{&quot;height&quot;:356.60425392677206,&quot;left&quot;:54.8,&quot;top&quot;:145.07287303661397,&quot;width&quot;:850.4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USESOURCEFORMAT_APPLY" val="1"/>
</p:tagLst>
</file>

<file path=ppt/tags/tag68.xml><?xml version="1.0" encoding="utf-8"?>
<p:tagLst xmlns:p="http://schemas.openxmlformats.org/presentationml/2006/main">
  <p:tag name="KSO_WM_UNIT_VALUE" val="87*87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x"/>
  <p:tag name="KSO_WM_UNIT_INDEX" val="1_2_1"/>
  <p:tag name="KSO_WM_UNIT_ID" val="diagram20235161_1*l_h_x*1_2_1"/>
  <p:tag name="KSO_WM_TEMPLATE_CATEGORY" val="diagram"/>
  <p:tag name="KSO_WM_TEMPLATE_INDEX" val="20235161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4"/>
  <p:tag name="KSO_WM_DIAGRAM_MIN_ITEMCNT" val="2"/>
  <p:tag name="KSO_WM_DIAGRAM_VIRTUALLY_FRAME" val="{&quot;height&quot;:356.60425392677206,&quot;left&quot;:54.8,&quot;top&quot;:145.07287303661397,&quot;width&quot;:850.4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USESOURCEFORMAT_APPLY" val="1"/>
</p:tagLst>
</file>

<file path=ppt/tags/tag69.xml><?xml version="1.0" encoding="utf-8"?>
<p:tagLst xmlns:p="http://schemas.openxmlformats.org/presentationml/2006/main">
  <p:tag name="KSO_WM_SLIDE_ID" val="diagram20235161_3"/>
  <p:tag name="KSO_WM_TEMPLATE_SUBCATEGORY" val="0"/>
  <p:tag name="KSO_WM_TEMPLATE_MASTER_TYPE" val="0"/>
  <p:tag name="KSO_WM_TEMPLATE_COLOR_TYPE" val="0"/>
  <p:tag name="KSO_WM_SLIDE_ITEM_CNT" val="4"/>
  <p:tag name="KSO_WM_SLIDE_INDEX" val="3"/>
  <p:tag name="KSO_WM_TAG_VERSION" val="3.0"/>
  <p:tag name="KSO_WM_BEAUTIFY_FLAG" val="#wm#"/>
  <p:tag name="KSO_WM_TEMPLATE_CATEGORY" val="diagram"/>
  <p:tag name="KSO_WM_TEMPLATE_INDEX" val="20235161"/>
  <p:tag name="KSO_WM_SLIDE_TYPE" val="text"/>
  <p:tag name="KSO_WM_SLIDE_SUBTYPE" val="diag"/>
  <p:tag name="KSO_WM_SLIDE_SIZE" val="850.35*389"/>
  <p:tag name="KSO_WM_SLIDE_POSITION" val="54.8*112.7"/>
  <p:tag name="KSO_WM_SLIDE_LAYOUT" val="a_l"/>
  <p:tag name="KSO_WM_SLIDE_LAYOUT_CNT" val="1_1"/>
  <p:tag name="KSO_WM_SPECIAL_SOURCE" val="bdnull"/>
  <p:tag name="KSO_WM_DIAGRAM_GROUP_CODE" val="l1-1"/>
  <p:tag name="KSO_WM_SLIDE_DIAGTYPE" val="l"/>
</p:tagLst>
</file>

<file path=ppt/tags/tag70.xml><?xml version="1.0" encoding="utf-8"?>
<p:tagLst xmlns:p="http://schemas.openxmlformats.org/presentationml/2006/main">
  <p:tag name="KSO_WM_BEAUTIFY_FLAG" val="#wm#"/>
  <p:tag name="KSO_WM_TEMPLATE_CATEGORY" val="diagram"/>
  <p:tag name="KSO_WM_TEMPLATE_INDEX" val="20235161"/>
</p:tagLst>
</file>

<file path=ppt/tags/tag71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TEMPLATE_CATEGORY" val="diagram"/>
  <p:tag name="KSO_WM_TEMPLATE_INDEX" val="20231451"/>
  <p:tag name="KSO_WM_UNIT_LAYERLEVEL" val="1"/>
  <p:tag name="KSO_WM_TAG_VERSION" val="3.0"/>
  <p:tag name="KSO_WM_BEAUTIFY_FLAG" val="#wm#"/>
  <p:tag name="KSO_WM_UNIT_TEXT_TYPE" val="1"/>
  <p:tag name="KSO_WM_DIAGRAM_GROUP_CODE" val="n1-1"/>
  <p:tag name="KSO_WM_UNIT_ID" val="diagram20231451_3*a*1"/>
  <p:tag name="KSO_WM_UNIT_PRESET_TEXT" val="单击此处添加标题"/>
  <p:tag name="KSO_WM_UNIT_TEXT_FILL_FORE_SCHEMECOLOR_INDEX" val="13"/>
  <p:tag name="KSO_WM_UNIT_TEXT_FILL_TYPE" val="1"/>
  <p:tag name="KSO_WM_UNIT_USESOURCEFORMAT_APPLY" val="1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1_2_1"/>
  <p:tag name="KSO_WM_UNIT_ID" val="diagram20231451_1*n_h_i*1_2_1"/>
  <p:tag name="KSO_WM_TEMPLATE_CATEGORY" val="diagram"/>
  <p:tag name="KSO_WM_TEMPLATE_INDEX" val="20231451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4"/>
  <p:tag name="KSO_WM_DIAGRAM_MIN_ITEMCNT" val="2"/>
  <p:tag name="KSO_WM_DIAGRAM_VIRTUALLY_FRAME" val="{&quot;height&quot;:360.9000040873649,&quot;left&quot;:47.44999999999999,&quot;top&quot;:132.19999795631753,&quot;width&quot;:864.6}"/>
  <p:tag name="KSO_WM_DIAGRAM_COLOR_MATCH_VALUE" val="{&quot;shape&quot;:{&quot;fill&quot;:{&quot;type&quot;:0},&quot;glow&quot;:{&quot;colorType&quot;:0},&quot;line&quot;:{&quot;gradient&quot;:[{&quot;brightness&quot;:0.800000011920929,&quot;colorType&quot;:1,&quot;foreColorIndex&quot;:5,&quot;pos&quot;:0.33000001311302185,&quot;transparency&quot;:1},{&quot;brightness&quot;:0,&quot;colorType&quot;:1,&quot;foreColorIndex&quot;:5,&quot;pos&quot;:1,&quot;transparency&quot;:0.30000001192092896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6"/>
  <p:tag name="KSO_WM_UNIT_TEXT_FILL_FORE_SCHEMECOLOR_INDEX" val="2"/>
  <p:tag name="KSO_WM_UNIT_TEXT_FILL_TYPE" val="1"/>
  <p:tag name="KSO_WM_UNIT_USESOURCEFORMAT_APPLY" val="1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1_1_1"/>
  <p:tag name="KSO_WM_UNIT_ID" val="diagram20231451_1*n_h_i*1_1_1"/>
  <p:tag name="KSO_WM_TEMPLATE_CATEGORY" val="diagram"/>
  <p:tag name="KSO_WM_TEMPLATE_INDEX" val="20231451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3"/>
  <p:tag name="KSO_WM_DIAGRAM_MAX_ITEMCNT" val="4"/>
  <p:tag name="KSO_WM_DIAGRAM_MIN_ITEMCNT" val="2"/>
  <p:tag name="KSO_WM_DIAGRAM_VIRTUALLY_FRAME" val="{&quot;height&quot;:360.9000040873649,&quot;left&quot;:47.44999999999999,&quot;top&quot;:132.19999795631753,&quot;width&quot;:864.6}"/>
  <p:tag name="KSO_WM_DIAGRAM_COLOR_MATCH_VALUE" val="{&quot;shape&quot;:{&quot;fill&quot;:{&quot;gradient&quot;:[{&quot;brightness&quot;:0.4000000059604645,&quot;colorType&quot;:1,&quot;foreColorIndex&quot;:5,&quot;pos&quot;:0.18000000715255737,&quot;transparency&quot;:1},{&quot;brightness&quot;:0.20000000298023224,&quot;colorType&quot;:1,&quot;foreColorIndex&quot;:5,&quot;pos&quot;:1,&quot;transparency&quot;:0.6499999761581421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2"/>
  <p:tag name="KSO_WM_UNIT_TEXT_FILL_TYPE" val="1"/>
  <p:tag name="KSO_WM_UNIT_USESOURCEFORMAT_APPLY" val="1"/>
</p:tagLst>
</file>

<file path=ppt/tags/tag7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a"/>
  <p:tag name="KSO_WM_UNIT_INDEX" val="1_1_1"/>
  <p:tag name="KSO_WM_UNIT_ID" val="diagram20231451_1*n_h_a*1_1_1"/>
  <p:tag name="KSO_WM_TEMPLATE_CATEGORY" val="diagram"/>
  <p:tag name="KSO_WM_TEMPLATE_INDEX" val="20231451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PRESET_TEXT" val="单击此处编辑添加项目标题"/>
  <p:tag name="KSO_WM_UNIT_FILL_TYPE" val="3"/>
  <p:tag name="KSO_WM_UNIT_TEXT_TYPE" val="1"/>
  <p:tag name="KSO_WM_DIAGRAM_MAX_ITEMCNT" val="4"/>
  <p:tag name="KSO_WM_DIAGRAM_MIN_ITEMCNT" val="2"/>
  <p:tag name="KSO_WM_DIAGRAM_VIRTUALLY_FRAME" val="{&quot;height&quot;:360.9000040873649,&quot;left&quot;:47.44999999999999,&quot;top&quot;:132.19999795631753,&quot;width&quot;:864.6}"/>
  <p:tag name="KSO_WM_DIAGRAM_COLOR_MATCH_VALUE" val="{&quot;shape&quot;:{&quot;fill&quot;:{&quot;gradient&quot;:[{&quot;brightness&quot;:0.15000000596046448,&quot;colorType&quot;:1,&quot;foreColorIndex&quot;:5,&quot;pos&quot;:0,&quot;transparency&quot;:0},{&quot;brightness&quot;:-0.15000000596046448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1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i"/>
  <p:tag name="KSO_WM_UNIT_INDEX" val="1_2_1_1"/>
  <p:tag name="KSO_WM_UNIT_ID" val="diagram20231451_1*n_h_h_i*1_2_1_1"/>
  <p:tag name="KSO_WM_TEMPLATE_CATEGORY" val="diagram"/>
  <p:tag name="KSO_WM_TEMPLATE_INDEX" val="20231451"/>
  <p:tag name="KSO_WM_UNIT_LAYERLEVEL" val="1_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3"/>
  <p:tag name="KSO_WM_DIAGRAM_MAX_ITEMCNT" val="4"/>
  <p:tag name="KSO_WM_DIAGRAM_MIN_ITEMCNT" val="2"/>
  <p:tag name="KSO_WM_DIAGRAM_VIRTUALLY_FRAME" val="{&quot;height&quot;:360.9000040873649,&quot;left&quot;:47.44999999999999,&quot;top&quot;:132.19999795631753,&quot;width&quot;:864.6}"/>
  <p:tag name="KSO_WM_DIAGRAM_COLOR_MATCH_VALUE" val="{&quot;shape&quot;:{&quot;fill&quot;:{&quot;gradient&quot;:[{&quot;brightness&quot;:0,&quot;colorType&quot;:1,&quot;foreColorIndex&quot;:5,&quot;pos&quot;:0,&quot;transparency&quot;:0},{&quot;brightness&quot;:-0.25,&quot;colorType&quot;:1,&quot;foreColorIndex&quot;:5,&quot;pos&quot;:1,&quot;transparency&quot;:0}],&quot;type&quot;:3},&quot;glow&quot;:{&quot;colorType&quot;:0},&quot;line&quot;:{&quot;type&quot;:0},&quot;shadow&quot;:{&quot;brightness&quot;:0,&quot;colorType&quot;:1,&quot;foreColorIndex&quot;:5,&quot;transparency&quot;:0.7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SHADOW_SCHEMECOLOR_INDEX" val="5"/>
  <p:tag name="KSO_WM_UNIT_TEXT_FILL_FORE_SCHEMECOLOR_INDEX" val="2"/>
  <p:tag name="KSO_WM_UNIT_TEXT_FILL_TYPE" val="1"/>
  <p:tag name="KSO_WM_UNIT_USESOURCEFORMAT_APPLY" val="1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i"/>
  <p:tag name="KSO_WM_UNIT_INDEX" val="1_2_1_2"/>
  <p:tag name="KSO_WM_UNIT_ID" val="diagram20231451_1*n_h_h_i*1_2_1_2"/>
  <p:tag name="KSO_WM_TEMPLATE_CATEGORY" val="diagram"/>
  <p:tag name="KSO_WM_TEMPLATE_INDEX" val="20231451"/>
  <p:tag name="KSO_WM_UNIT_LAYERLEVEL" val="1_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4"/>
  <p:tag name="KSO_WM_DIAGRAM_MIN_ITEMCNT" val="2"/>
  <p:tag name="KSO_WM_DIAGRAM_VIRTUALLY_FRAME" val="{&quot;height&quot;:360.9000040873649,&quot;left&quot;:47.44999999999999,&quot;top&quot;:132.19999795631753,&quot;width&quot;:864.6}"/>
  <p:tag name="KSO_WM_DIAGRAM_COLOR_MATCH_VALUE" val="{&quot;shape&quot;:{&quot;fill&quot;:{&quot;type&quot;:0},&quot;glow&quot;:{&quot;colorType&quot;:0},&quot;line&quot;:{&quot;gradient&quot;:[{&quot;brightness&quot;:0,&quot;colorType&quot;:2,&quot;pos&quot;:0.9599999785423279,&quot;rgb&quot;:&quot;#ffffff&quot;,&quot;transparency&quot;:1},{&quot;brightness&quot;:0,&quot;colorType&quot;:1,&quot;foreColorIndex&quot;:5,&quot;pos&quot;:0,&quot;transparency&quot;:0.5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5"/>
  <p:tag name="KSO_WM_UNIT_USESOURCEFORMAT_APPLY" val="1"/>
</p:tagLst>
</file>

<file path=ppt/tags/tag77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a"/>
  <p:tag name="KSO_WM_UNIT_INDEX" val="1_2_1_1"/>
  <p:tag name="KSO_WM_UNIT_ID" val="diagram20231451_1*n_h_h_a*1_2_1_1"/>
  <p:tag name="KSO_WM_TEMPLATE_CATEGORY" val="diagram"/>
  <p:tag name="KSO_WM_TEMPLATE_INDEX" val="20231451"/>
  <p:tag name="KSO_WM_UNIT_LAYERLEVEL" val="1_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PRESET_TEXT" val="单击此处添加正文"/>
  <p:tag name="KSO_WM_UNIT_TEXT_FILL_FORE_SCHEMECOLOR_INDEX" val="1"/>
  <p:tag name="KSO_WM_UNIT_TEXT_FILL_TYPE" val="1"/>
  <p:tag name="KSO_WM_UNIT_TEXT_TYPE" val="1"/>
  <p:tag name="KSO_WM_DIAGRAM_MAX_ITEMCNT" val="4"/>
  <p:tag name="KSO_WM_DIAGRAM_MIN_ITEMCNT" val="2"/>
  <p:tag name="KSO_WM_DIAGRAM_VIRTUALLY_FRAME" val="{&quot;height&quot;:360.9000040873649,&quot;left&quot;:47.44999999999999,&quot;top&quot;:132.19999795631753,&quot;width&quot;:864.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1"/>
</p:tagLst>
</file>

<file path=ppt/tags/tag78.xml><?xml version="1.0" encoding="utf-8"?>
<p:tagLst xmlns:p="http://schemas.openxmlformats.org/presentationml/2006/main">
  <p:tag name="KSO_WM_UNIT_SUBTYPE" val="a"/>
  <p:tag name="KSO_WM_UNIT_TEXT_LAYER_COUNT" val="1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f"/>
  <p:tag name="KSO_WM_UNIT_INDEX" val="1_2_1_1"/>
  <p:tag name="KSO_WM_UNIT_ID" val="diagram20231451_1*n_h_h_f*1_2_1_1"/>
  <p:tag name="KSO_WM_TEMPLATE_CATEGORY" val="diagram"/>
  <p:tag name="KSO_WM_TEMPLATE_INDEX" val="20231451"/>
  <p:tag name="KSO_WM_UNIT_LAYERLEVEL" val="1_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PRESET_TEXT" val="单击添加正文，文字是您思想的提炼，为了最终演示发布的良好效果，请言简的阐述观点。根据需要可酌情增减文字，以便观者可以准确理解您所传达的信息。单击此处输入正文，文字是您思想的提炼，为了最终演示发布的良好效果，请尽量言简意赅的阐述观点，根据需要可酌情增减文字。"/>
  <p:tag name="KSO_WM_UNIT_TEXT_FILL_FORE_SCHEMECOLOR_INDEX" val="1"/>
  <p:tag name="KSO_WM_UNIT_TEXT_FILL_TYPE" val="1"/>
  <p:tag name="KSO_WM_UNIT_TEXT_TYPE" val="1"/>
  <p:tag name="KSO_WM_DIAGRAM_MAX_ITEMCNT" val="4"/>
  <p:tag name="KSO_WM_DIAGRAM_MIN_ITEMCNT" val="2"/>
  <p:tag name="KSO_WM_DIAGRAM_VIRTUALLY_FRAME" val="{&quot;height&quot;:360.9000040873649,&quot;left&quot;:47.44999999999999,&quot;top&quot;:132.19999795631753,&quot;width&quot;:864.6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,&quot;transparency&quot;:0.25},{&quot;brightness&quot;:0,&quot;colorType&quot;:1,&quot;foreColorIndex&quot;:5,&quot;pos&quot;:1,&quot;transparency&quot;:0.8399999737739563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5"/>
  <p:tag name="KSO_WM_UNIT_USESOURCEFORMAT_APPLY" val="1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i"/>
  <p:tag name="KSO_WM_UNIT_INDEX" val="1_2_2_1"/>
  <p:tag name="KSO_WM_UNIT_ID" val="diagram20231451_1*n_h_h_i*1_2_2_1"/>
  <p:tag name="KSO_WM_TEMPLATE_CATEGORY" val="diagram"/>
  <p:tag name="KSO_WM_TEMPLATE_INDEX" val="20231451"/>
  <p:tag name="KSO_WM_UNIT_LAYERLEVEL" val="1_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3"/>
  <p:tag name="KSO_WM_DIAGRAM_MAX_ITEMCNT" val="4"/>
  <p:tag name="KSO_WM_DIAGRAM_MIN_ITEMCNT" val="2"/>
  <p:tag name="KSO_WM_DIAGRAM_VIRTUALLY_FRAME" val="{&quot;height&quot;:360.9000040873649,&quot;left&quot;:47.44999999999999,&quot;top&quot;:132.19999795631753,&quot;width&quot;:864.6}"/>
  <p:tag name="KSO_WM_DIAGRAM_COLOR_MATCH_VALUE" val="{&quot;shape&quot;:{&quot;fill&quot;:{&quot;gradient&quot;:[{&quot;brightness&quot;:0,&quot;colorType&quot;:1,&quot;foreColorIndex&quot;:5,&quot;pos&quot;:0,&quot;transparency&quot;:0},{&quot;brightness&quot;:-0.25,&quot;colorType&quot;:1,&quot;foreColorIndex&quot;:5,&quot;pos&quot;:1,&quot;transparency&quot;:0}],&quot;type&quot;:3},&quot;glow&quot;:{&quot;colorType&quot;:0},&quot;line&quot;:{&quot;type&quot;:0},&quot;shadow&quot;:{&quot;brightness&quot;:0,&quot;colorType&quot;:1,&quot;foreColorIndex&quot;:5,&quot;transparency&quot;:0.7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SHADOW_SCHEMECOLOR_INDEX" val="6"/>
  <p:tag name="KSO_WM_UNIT_TEXT_FILL_FORE_SCHEMECOLOR_INDEX" val="2"/>
  <p:tag name="KSO_WM_UNIT_TEXT_FILL_TYPE" val="1"/>
  <p:tag name="KSO_WM_UNIT_USESOURCEFORMAT_APPLY" val="1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i"/>
  <p:tag name="KSO_WM_UNIT_INDEX" val="1_2_2_2"/>
  <p:tag name="KSO_WM_UNIT_ID" val="diagram20231451_1*n_h_h_i*1_2_2_2"/>
  <p:tag name="KSO_WM_TEMPLATE_CATEGORY" val="diagram"/>
  <p:tag name="KSO_WM_TEMPLATE_INDEX" val="20231451"/>
  <p:tag name="KSO_WM_UNIT_LAYERLEVEL" val="1_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4"/>
  <p:tag name="KSO_WM_DIAGRAM_MIN_ITEMCNT" val="2"/>
  <p:tag name="KSO_WM_DIAGRAM_VIRTUALLY_FRAME" val="{&quot;height&quot;:360.9000040873649,&quot;left&quot;:47.44999999999999,&quot;top&quot;:132.19999795631753,&quot;width&quot;:864.6}"/>
  <p:tag name="KSO_WM_DIAGRAM_COLOR_MATCH_VALUE" val="{&quot;shape&quot;:{&quot;fill&quot;:{&quot;type&quot;:0},&quot;glow&quot;:{&quot;colorType&quot;:0},&quot;line&quot;:{&quot;gradient&quot;:[{&quot;brightness&quot;:0,&quot;colorType&quot;:2,&quot;pos&quot;:0.9599999785423279,&quot;rgb&quot;:&quot;#ffffff&quot;,&quot;transparency&quot;:1},{&quot;brightness&quot;:0,&quot;colorType&quot;:1,&quot;foreColorIndex&quot;:5,&quot;pos&quot;:0,&quot;transparency&quot;:0.5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6"/>
  <p:tag name="KSO_WM_UNIT_USESOURCEFORMAT_APPLY" val="1"/>
</p:tagLst>
</file>

<file path=ppt/tags/tag81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a"/>
  <p:tag name="KSO_WM_UNIT_INDEX" val="1_2_2_1"/>
  <p:tag name="KSO_WM_UNIT_ID" val="diagram20231451_1*n_h_h_a*1_2_2_1"/>
  <p:tag name="KSO_WM_TEMPLATE_CATEGORY" val="diagram"/>
  <p:tag name="KSO_WM_TEMPLATE_INDEX" val="20231451"/>
  <p:tag name="KSO_WM_UNIT_LAYERLEVEL" val="1_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PRESET_TEXT" val="单击此处添加正文"/>
  <p:tag name="KSO_WM_UNIT_TEXT_FILL_FORE_SCHEMECOLOR_INDEX" val="1"/>
  <p:tag name="KSO_WM_UNIT_TEXT_FILL_TYPE" val="1"/>
  <p:tag name="KSO_WM_UNIT_TEXT_TYPE" val="1"/>
  <p:tag name="KSO_WM_DIAGRAM_MAX_ITEMCNT" val="4"/>
  <p:tag name="KSO_WM_DIAGRAM_MIN_ITEMCNT" val="2"/>
  <p:tag name="KSO_WM_DIAGRAM_VIRTUALLY_FRAME" val="{&quot;height&quot;:360.9000040873649,&quot;left&quot;:47.44999999999999,&quot;top&quot;:132.19999795631753,&quot;width&quot;:864.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1"/>
</p:tagLst>
</file>

<file path=ppt/tags/tag82.xml><?xml version="1.0" encoding="utf-8"?>
<p:tagLst xmlns:p="http://schemas.openxmlformats.org/presentationml/2006/main">
  <p:tag name="KSO_WM_UNIT_SUBTYPE" val="a"/>
  <p:tag name="KSO_WM_UNIT_TEXT_LAYER_COUNT" val="1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f"/>
  <p:tag name="KSO_WM_UNIT_INDEX" val="1_2_2_1"/>
  <p:tag name="KSO_WM_UNIT_ID" val="diagram20231451_1*n_h_h_f*1_2_2_1"/>
  <p:tag name="KSO_WM_TEMPLATE_CATEGORY" val="diagram"/>
  <p:tag name="KSO_WM_TEMPLATE_INDEX" val="20231451"/>
  <p:tag name="KSO_WM_UNIT_LAYERLEVEL" val="1_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PRESET_TEXT" val="单击添加正文，文字是您思想的提炼，为了最终演示发布的良好效果，请言简意赅的阐述观点。根据需要可酌情增减文字，以便观者可以准确理解您所传达的信息。单击此处输入正文，文字是您思想的提炼，为了最终演示发布的良好效果，请尽量言简意赅的阐述观点。"/>
  <p:tag name="KSO_WM_UNIT_TEXT_FILL_FORE_SCHEMECOLOR_INDEX" val="1"/>
  <p:tag name="KSO_WM_UNIT_TEXT_FILL_TYPE" val="1"/>
  <p:tag name="KSO_WM_UNIT_TEXT_TYPE" val="1"/>
  <p:tag name="KSO_WM_DIAGRAM_MAX_ITEMCNT" val="4"/>
  <p:tag name="KSO_WM_DIAGRAM_MIN_ITEMCNT" val="2"/>
  <p:tag name="KSO_WM_DIAGRAM_VIRTUALLY_FRAME" val="{&quot;height&quot;:360.9000040873649,&quot;left&quot;:47.44999999999999,&quot;top&quot;:132.19999795631753,&quot;width&quot;:864.6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,&quot;transparency&quot;:0.25},{&quot;brightness&quot;:0,&quot;colorType&quot;:1,&quot;foreColorIndex&quot;:5,&quot;pos&quot;:1,&quot;transparency&quot;:0.8399999737739563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6"/>
  <p:tag name="KSO_WM_UNIT_USESOURCEFORMAT_APPLY" val="1"/>
</p:tagLst>
</file>

<file path=ppt/tags/tag83.xml><?xml version="1.0" encoding="utf-8"?>
<p:tagLst xmlns:p="http://schemas.openxmlformats.org/presentationml/2006/main">
  <p:tag name="KSO_WM_TEMPLATE_SUBCATEGORY" val="0"/>
  <p:tag name="KSO_WM_TEMPLATE_MASTER_TYPE" val="0"/>
  <p:tag name="KSO_WM_TEMPLATE_COLOR_TYPE" val="0"/>
  <p:tag name="KSO_WM_TAG_VERSION" val="3.0"/>
  <p:tag name="KSO_WM_BEAUTIFY_FLAG" val="#wm#"/>
  <p:tag name="KSO_WM_TEMPLATE_CATEGORY" val="diagram"/>
  <p:tag name="KSO_WM_TEMPLATE_INDEX" val="20231451"/>
  <p:tag name="KSO_WM_SLIDE_TYPE" val="text"/>
  <p:tag name="KSO_WM_SLIDE_SUBTYPE" val="diag"/>
  <p:tag name="KSO_WM_SLIDE_LAYOUT" val="a_n"/>
  <p:tag name="KSO_WM_SLIDE_LAYOUT_CNT" val="1_1"/>
  <p:tag name="KSO_WM_SPECIAL_SOURCE" val="bdnull"/>
  <p:tag name="KSO_WM_SLIDE_DIAGTYPE" val="n"/>
  <p:tag name="KSO_WM_SLIDE_ID" val="diagram20231451_3"/>
  <p:tag name="KSO_WM_SLIDE_ITEM_CNT" val="4"/>
  <p:tag name="KSO_WM_SLIDE_INDEX" val="3"/>
  <p:tag name="KSO_WM_SLIDE_SIZE" val="864.6*325.9"/>
  <p:tag name="KSO_WM_SLIDE_POSITION" val="47.45*167.2"/>
  <p:tag name="KSO_WM_DIAGRAM_GROUP_CODE" val="n1-1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custom20234474_1*i*1"/>
  <p:tag name="KSO_WM_TEMPLATE_CATEGORY" val="custom"/>
  <p:tag name="KSO_WM_TEMPLATE_INDEX" val="20234474"/>
  <p:tag name="KSO_WM_UNIT_LAYERLEVEL" val="1"/>
  <p:tag name="KSO_WM_TAG_VERSION" val="3.0"/>
  <p:tag name="KSO_WM_BEAUTIFY_FLAG" val="#wm#"/>
</p:tagLst>
</file>

<file path=ppt/tags/tag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custom20234474_1*i*2"/>
  <p:tag name="KSO_WM_TEMPLATE_CATEGORY" val="custom"/>
  <p:tag name="KSO_WM_TEMPLATE_INDEX" val="20234474"/>
  <p:tag name="KSO_WM_UNIT_LAYERLEVEL" val="1"/>
  <p:tag name="KSO_WM_TAG_VERSION" val="3.0"/>
  <p:tag name="KSO_WM_BEAUTIFY_FLAG" val="#wm#"/>
</p:tagLst>
</file>

<file path=ppt/tags/tag86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2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4474_1*a*1"/>
  <p:tag name="KSO_WM_TEMPLATE_CATEGORY" val="custom"/>
  <p:tag name="KSO_WM_TEMPLATE_INDEX" val="20234474"/>
  <p:tag name="KSO_WM_UNIT_LAYERLEVEL" val="1"/>
  <p:tag name="KSO_WM_TAG_VERSION" val="3.0"/>
  <p:tag name="KSO_WM_BEAUTIFY_FLAG" val="#wm#"/>
  <p:tag name="KSO_WM_UNIT_TEXT_TYPE" val="1"/>
  <p:tag name="KSO_WM_UNIT_TEXT_FILL_FORE_SCHEMECOLOR_INDEX" val="13"/>
  <p:tag name="KSO_WM_UNIT_TEXT_FILL_TYPE" val="1"/>
  <p:tag name="KSO_WM_UNIT_USESOURCEFORMAT_APPLY" val="1"/>
  <p:tag name="KSO_WM_UNIT_PRESET_TEXT" val="单击此处添加标题"/>
</p:tagLst>
</file>

<file path=ppt/tags/tag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custom20234474_1*i*3"/>
  <p:tag name="KSO_WM_TEMPLATE_CATEGORY" val="custom"/>
  <p:tag name="KSO_WM_TEMPLATE_INDEX" val="20234474"/>
  <p:tag name="KSO_WM_UNIT_LAYERLEVEL" val="1"/>
  <p:tag name="KSO_WM_TAG_VERSION" val="3.0"/>
  <p:tag name="KSO_WM_BEAUTIFY_FLAG" val="#wm#"/>
</p:tagLst>
</file>

<file path=ppt/tags/tag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custom20234474_1*i*4"/>
  <p:tag name="KSO_WM_TEMPLATE_CATEGORY" val="custom"/>
  <p:tag name="KSO_WM_TEMPLATE_INDEX" val="20234474"/>
  <p:tag name="KSO_WM_UNIT_LAYERLEVEL" val="1"/>
  <p:tag name="KSO_WM_TAG_VERSION" val="3.0"/>
  <p:tag name="KSO_WM_BEAUTIFY_FLAG" val="#wm#"/>
</p:tagLst>
</file>

<file path=ppt/tags/tag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custom20234474_1*i*5"/>
  <p:tag name="KSO_WM_TEMPLATE_CATEGORY" val="custom"/>
  <p:tag name="KSO_WM_TEMPLATE_INDEX" val="20234474"/>
  <p:tag name="KSO_WM_UNIT_LAYERLEVEL" val="1"/>
  <p:tag name="KSO_WM_TAG_VERSION" val="3.0"/>
  <p:tag name="KSO_WM_BEAUTIFY_FLAG" val="#wm#"/>
</p:tagLst>
</file>

<file path=ppt/tags/tag90.xml><?xml version="1.0" encoding="utf-8"?>
<p:tagLst xmlns:p="http://schemas.openxmlformats.org/presentationml/2006/main">
  <p:tag name="KSO_WM_UNIT_SUBTYPE" val="a"/>
  <p:tag name="KSO_WM_UNIT_TEXT_LAYER_COUNT" val="1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custom20234474_1*f*1"/>
  <p:tag name="KSO_WM_TEMPLATE_CATEGORY" val="custom"/>
  <p:tag name="KSO_WM_TEMPLATE_INDEX" val="20234474"/>
  <p:tag name="KSO_WM_UNIT_LAYERLEVEL" val="1"/>
  <p:tag name="KSO_WM_TAG_VERSION" val="3.0"/>
  <p:tag name="KSO_WM_BEAUTIFY_FLAG" val="#wm#"/>
  <p:tag name="KSO_WM_UNIT_VALUE" val="78"/>
  <p:tag name="KSO_WM_UNIT_PRESET_TEXT" val="单击此处添加文本具体内容，根据需要可酌情增减文字，以便观者准确地理解您传达的思想。单击此处添加文本具体内容，简明扼要地阐述您的观点。"/>
  <p:tag name="KSO_WM_UNIT_TEXT_TYPE" val="1"/>
</p:tagLst>
</file>

<file path=ppt/tags/tag91.xml><?xml version="1.0" encoding="utf-8"?>
<p:tagLst xmlns:p="http://schemas.openxmlformats.org/presentationml/2006/main">
  <p:tag name="KSO_WM_SLIDE_ID" val="custom20234474_1"/>
  <p:tag name="KSO_WM_TEMPLATE_SUBCATEGORY" val="0"/>
  <p:tag name="KSO_WM_TEMPLATE_MASTER_TYPE" val="0"/>
  <p:tag name="KSO_WM_TEMPLATE_COLOR_TYPE" val="0"/>
  <p:tag name="KSO_WM_SLIDE_ITEM_CNT" val="0"/>
  <p:tag name="KSO_WM_SLIDE_INDEX" val="1"/>
  <p:tag name="KSO_WM_TAG_VERSION" val="3.0"/>
  <p:tag name="KSO_WM_BEAUTIFY_FLAG" val="#wm#"/>
  <p:tag name="KSO_WM_TEMPLATE_CATEGORY" val="custom"/>
  <p:tag name="KSO_WM_TEMPLATE_INDEX" val="20234474"/>
  <p:tag name="KSO_WM_SLIDE_TYPE" val="text"/>
  <p:tag name="KSO_WM_SLIDE_SUBTYPE" val="picTxt"/>
  <p:tag name="KSO_WM_SLIDE_SIZE" val="882*444"/>
  <p:tag name="KSO_WM_SLIDE_POSITION" val="48*47"/>
  <p:tag name="KSO_WM_SLIDE_LAYOUT" val="a_f_β"/>
  <p:tag name="KSO_WM_SLIDE_LAYOUT_CNT" val="1_1_1"/>
  <p:tag name="KSO_WM_SPECIAL_SOURCE" val="bdnull"/>
</p:tagLst>
</file>

<file path=ppt/tags/tag92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5141_1*a*1"/>
  <p:tag name="KSO_WM_TEMPLATE_CATEGORY" val="custom"/>
  <p:tag name="KSO_WM_TEMPLATE_INDEX" val="20235141"/>
  <p:tag name="KSO_WM_UNIT_LAYERLEVEL" val="1"/>
  <p:tag name="KSO_WM_TAG_VERSION" val="3.0"/>
  <p:tag name="KSO_WM_BEAUTIFY_FLAG" val="#wm#"/>
  <p:tag name="KSO_WM_UNIT_PRESET_TEXT" val="单击此处添加文档标题内容"/>
  <p:tag name="KSO_WM_UNIT_TEXT_TYPE" val="1"/>
</p:tagLst>
</file>

<file path=ppt/tags/tag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custom20235141_1*i*1"/>
  <p:tag name="KSO_WM_TEMPLATE_CATEGORY" val="custom"/>
  <p:tag name="KSO_WM_TEMPLATE_INDEX" val="20235141"/>
  <p:tag name="KSO_WM_UNIT_LAYERLEVEL" val="1"/>
  <p:tag name="KSO_WM_TAG_VERSION" val="3.0"/>
  <p:tag name="KSO_WM_BEAUTIFY_FLAG" val="#wm#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custom20235141_1*i*2"/>
  <p:tag name="KSO_WM_TEMPLATE_CATEGORY" val="custom"/>
  <p:tag name="KSO_WM_TEMPLATE_INDEX" val="20235141"/>
  <p:tag name="KSO_WM_UNIT_LAYERLEVEL" val="1"/>
  <p:tag name="KSO_WM_TAG_VERSION" val="3.0"/>
  <p:tag name="KSO_WM_BEAUTIFY_FLAG" val="#wm#"/>
</p:tagLst>
</file>

<file path=ppt/tags/tag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custom20235141_1*i*3"/>
  <p:tag name="KSO_WM_TEMPLATE_CATEGORY" val="custom"/>
  <p:tag name="KSO_WM_TEMPLATE_INDEX" val="20235141"/>
  <p:tag name="KSO_WM_UNIT_LAYERLEVEL" val="1"/>
  <p:tag name="KSO_WM_TAG_VERSION" val="3.0"/>
  <p:tag name="KSO_WM_BEAUTIFY_FLAG" val="#wm#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5141_1*c_f*1_1"/>
  <p:tag name="KSO_WM_TEMPLATE_CATEGORY" val="custom"/>
  <p:tag name="KSO_WM_TEMPLATE_INDEX" val="20235141"/>
  <p:tag name="KSO_WM_UNIT_LAYERLEVEL" val="1_1"/>
  <p:tag name="KSO_WM_TAG_VERSION" val="3.0"/>
  <p:tag name="KSO_WM_UNIT_SUBTYPE" val="a"/>
  <p:tag name="KSO_WM_UNIT_NOCLEAR" val="0"/>
  <p:tag name="KSO_WM_UNIT_VALUE" val="36"/>
  <p:tag name="KSO_WM_UNIT_TYPE" val="c_f"/>
  <p:tag name="KSO_WM_UNIT_INDEX" val="1_1"/>
  <p:tag name="KSO_WM_DIAGRAM_VERSION" val="3"/>
  <p:tag name="KSO_WM_DIAGRAM_COLOR_TRICK" val="1"/>
  <p:tag name="KSO_WM_DIAGRAM_COLOR_TEXT_CAN_REMOVE" val="n"/>
  <p:tag name="KSO_WM_DIAGRAM_MAX_ITEMCNT" val="4"/>
  <p:tag name="KSO_WM_DIAGRAM_MIN_ITEMCNT" val="1"/>
  <p:tag name="KSO_WM_DIAGRAM_VIRTUALLY_FRAME" val="{&quot;height&quot;:335.95001220703125,&quot;left&quot;:60.61255768062565,&quot;top&quot;:141.03208051065758,&quot;width&quot;:343.774963378906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2"/>
  <p:tag name="KSO_WM_BEAUTIFY_FLAG" val="#wm#"/>
  <p:tag name="KSO_WM_UNIT_PRESET_TEXT" val="单击此处添加文本具体内容，简明扼要地阐述您的观点。根据需要可酌情增减文字以便观者准确地理解您传达的思想。单击此处添加文本具体内容，简明扼要地阐述您的观点。根据需要可酌情增减文字。根据需要可酌情增减文字以便观者准确地理解您传达的思想。&#10;单击此处添加文本具体内容，简明扼要地阐述您的观点。根据需要可酌情增减文字以便观者准确地理解您传达的思想。&#10;单击此处添加文本具体内容，简明扼要地阐述您的观点。&#10;根据需要可酌情增减文字。根据需要可酌情增减文字以便观者准确地理解您传达的思想。"/>
</p:tagLst>
</file>

<file path=ppt/tags/tag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custom20235141_1*i*4"/>
  <p:tag name="KSO_WM_TEMPLATE_CATEGORY" val="custom"/>
  <p:tag name="KSO_WM_TEMPLATE_INDEX" val="20235141"/>
  <p:tag name="KSO_WM_UNIT_LAYERLEVEL" val="1"/>
  <p:tag name="KSO_WM_TAG_VERSION" val="3.0"/>
  <p:tag name="KSO_WM_BEAUTIFY_FLAG" val="#wm#"/>
</p:tagLst>
</file>

<file path=ppt/tags/tag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custom20235141_1*i*5"/>
  <p:tag name="KSO_WM_TEMPLATE_CATEGORY" val="custom"/>
  <p:tag name="KSO_WM_TEMPLATE_INDEX" val="20235141"/>
  <p:tag name="KSO_WM_UNIT_LAYERLEVEL" val="1"/>
  <p:tag name="KSO_WM_TAG_VERSION" val="3.0"/>
  <p:tag name="KSO_WM_BEAUTIFY_FLAG" val="#wm#"/>
</p:tagLst>
</file>

<file path=ppt/tags/tag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c_a"/>
  <p:tag name="KSO_WM_UNIT_INDEX" val="1_1"/>
  <p:tag name="KSO_WM_UNIT_ID" val="custom20235141_1*c_a*1_1"/>
  <p:tag name="KSO_WM_TEMPLATE_CATEGORY" val="custom"/>
  <p:tag name="KSO_WM_TEMPLATE_INDEX" val="20235141"/>
  <p:tag name="KSO_WM_UNIT_LAYERLEVEL" val="1_1"/>
  <p:tag name="KSO_WM_TAG_VERSION" val="3.0"/>
  <p:tag name="KSO_WM_BEAUTIFY_FLAG" val="#wm#"/>
  <p:tag name="KSO_WM_UNIT_ISCONTENTSTITLE" val="0"/>
  <p:tag name="KSO_WM_UNIT_ISNUMDGMTITLE" val="0"/>
  <p:tag name="KSO_WM_UNIT_PRESET_TEXT" val="单击此处添加文档标题内容"/>
  <p:tag name="KSO_WM_UNIT_NOCLEAR" val="0"/>
  <p:tag name="KSO_WM_UNIT_VALUE" val="35"/>
  <p:tag name="KSO_WM_UNIT_TEXT_TYPE" val="1"/>
</p:tagLst>
</file>

<file path=ppt/tags/tag100.xml><?xml version="1.0" encoding="utf-8"?>
<p:tagLst xmlns:p="http://schemas.openxmlformats.org/presentationml/2006/main">
  <p:tag name="KSO_WM_SLIDE_ID" val="custom20235141_1"/>
  <p:tag name="KSO_WM_TEMPLATE_SUBCATEGORY" val="0"/>
  <p:tag name="KSO_WM_TEMPLATE_MASTER_TYPE" val="0"/>
  <p:tag name="KSO_WM_TEMPLATE_COLOR_TYPE" val="0"/>
  <p:tag name="KSO_WM_SLIDE_ITEM_CNT" val="0"/>
  <p:tag name="KSO_WM_SLIDE_INDEX" val="1"/>
  <p:tag name="KSO_WM_TAG_VERSION" val="3.0"/>
  <p:tag name="KSO_WM_BEAUTIFY_FLAG" val="#wm#"/>
  <p:tag name="KSO_WM_TEMPLATE_CATEGORY" val="custom"/>
  <p:tag name="KSO_WM_TEMPLATE_INDEX" val="20235141"/>
  <p:tag name="KSO_WM_SLIDE_TYPE" val="text"/>
  <p:tag name="KSO_WM_SLIDE_SUBTYPE" val="picTxt"/>
  <p:tag name="KSO_WM_SLIDE_SIZE" val="786.85*239.3"/>
  <p:tag name="KSO_WM_SLIDE_POSITION" val="85.85*193.85"/>
  <p:tag name="KSO_WM_SLIDE_LAYOUT" val="a_c"/>
  <p:tag name="KSO_WM_SLIDE_LAYOUT_CNT" val="1_1"/>
  <p:tag name="KSO_WM_SPECIAL_SOURCE" val="bdnull"/>
</p:tagLst>
</file>

<file path=ppt/tags/tag101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33249_1*a*1"/>
  <p:tag name="KSO_WM_TEMPLATE_CATEGORY" val="diagram"/>
  <p:tag name="KSO_WM_TEMPLATE_INDEX" val="20233249"/>
  <p:tag name="KSO_WM_UNIT_LAYERLEVEL" val="1"/>
  <p:tag name="KSO_WM_TAG_VERSION" val="3.0"/>
  <p:tag name="KSO_WM_BEAUTIFY_FLAG" val="#wm#"/>
  <p:tag name="KSO_WM_DIAGRAM_GROUP_CODE" val="l1-1"/>
  <p:tag name="KSO_WM_UNIT_TEXT_TYPE" val="1"/>
  <p:tag name="KSO_WM_UNIT_PRESET_TEXT" val="单击此处添加标题"/>
  <p:tag name="KSO_WM_UNIT_TEXT_FILL_FORE_SCHEMECOLOR_INDEX" val="13"/>
  <p:tag name="KSO_WM_UNIT_TEXT_FILL_TYPE" val="1"/>
  <p:tag name="KSO_WM_UNIT_USESOURCEFORMAT_APPLY" val="1"/>
</p:tagLst>
</file>

<file path=ppt/tags/tag102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1"/>
  <p:tag name="KSO_WM_UNIT_ID" val="diagram20233249_1*l_h_i*1_1_1"/>
  <p:tag name="KSO_WM_TEMPLATE_CATEGORY" val="diagram"/>
  <p:tag name="KSO_WM_TEMPLATE_INDEX" val="20233249"/>
  <p:tag name="KSO_WM_UNIT_LAYERLEVEL" val="1_1_1"/>
  <p:tag name="KSO_WM_TAG_VERSION" val="3.0"/>
  <p:tag name="KSO_WM_DIAGRAM_MAX_ITEMCNT" val="2"/>
  <p:tag name="KSO_WM_DIAGRAM_MIN_ITEMCNT" val="2"/>
  <p:tag name="KSO_WM_DIAGRAM_VIRTUALLY_FRAME" val="{&quot;height&quot;:390.82487576932465,&quot;left&quot;:45,&quot;top&quot;:103.37512423067537,&quot;width&quot;:854.2433858267716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1"/>
  <p:tag name="KSO_WM_UNIT_FILL_FORE_SCHEMECOLOR_INDEX" val="5"/>
  <p:tag name="KSO_WM_UNIT_FILL_FORE_SCHEMECOLOR_INDEX_BRIGHTNESS" val="0"/>
  <p:tag name="KSO_WM_UNIT_TEXT_FILL_FORE_SCHEMECOLOR_INDEX" val="13"/>
  <p:tag name="KSO_WM_UNIT_TEXT_FILL_TYPE" val="1"/>
  <p:tag name="KSO_WM_UNIT_USESOURCEFORMAT_APPLY" val="1"/>
</p:tagLst>
</file>

<file path=ppt/tags/tag103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2_1"/>
  <p:tag name="KSO_WM_UNIT_ID" val="diagram20233249_1*l_h_i*1_2_1"/>
  <p:tag name="KSO_WM_TEMPLATE_CATEGORY" val="diagram"/>
  <p:tag name="KSO_WM_TEMPLATE_INDEX" val="20233249"/>
  <p:tag name="KSO_WM_UNIT_LAYERLEVEL" val="1_1_1"/>
  <p:tag name="KSO_WM_TAG_VERSION" val="3.0"/>
  <p:tag name="KSO_WM_DIAGRAM_MAX_ITEMCNT" val="2"/>
  <p:tag name="KSO_WM_DIAGRAM_MIN_ITEMCNT" val="2"/>
  <p:tag name="KSO_WM_DIAGRAM_VIRTUALLY_FRAME" val="{&quot;height&quot;:390.82487576932465,&quot;left&quot;:45,&quot;top&quot;:103.37512423067537,&quot;width&quot;:854.2433858267716}"/>
  <p:tag name="KSO_WM_DIAGRAM_COLOR_MATCH_VALUE" val="{&quot;shape&quot;:{&quot;fill&quot;:{&quot;solid&quot;:{&quot;brightness&quot;:0.6000000238418579,&quot;colorType&quot;:1,&quot;foreColorIndex&quot;:13,&quot;transparency&quot;:0.8500000238418579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-0.05000000074505806,&quot;colorType&quot;:1,&quot;foreColorIndex&quot;:14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1"/>
  <p:tag name="KSO_WM_UNIT_FILL_FORE_SCHEMECOLOR_INDEX" val="13"/>
  <p:tag name="KSO_WM_UNIT_FILL_FORE_SCHEMECOLOR_INDEX_BRIGHTNESS" val="0.6"/>
  <p:tag name="KSO_WM_UNIT_TEXT_FILL_FORE_SCHEMECOLOR_INDEX" val="14"/>
  <p:tag name="KSO_WM_UNIT_TEXT_FILL_TYPE" val="1"/>
  <p:tag name="KSO_WM_UNIT_USESOURCEFORMAT_APPLY" val="1"/>
</p:tagLst>
</file>

<file path=ppt/tags/tag104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1_1"/>
  <p:tag name="KSO_WM_UNIT_ID" val="diagram20233249_1*l_h_f*1_1_1"/>
  <p:tag name="KSO_WM_TEMPLATE_CATEGORY" val="diagram"/>
  <p:tag name="KSO_WM_TEMPLATE_INDEX" val="20233249"/>
  <p:tag name="KSO_WM_UNIT_LAYERLEVEL" val="1_1_1"/>
  <p:tag name="KSO_WM_TAG_VERSION" val="3.0"/>
  <p:tag name="KSO_WM_DIAGRAM_MAX_ITEMCNT" val="2"/>
  <p:tag name="KSO_WM_DIAGRAM_MIN_ITEMCNT" val="2"/>
  <p:tag name="KSO_WM_DIAGRAM_VIRTUALLY_FRAME" val="{&quot;height&quot;:390.82487576932465,&quot;left&quot;:45,&quot;top&quot;:103.37512423067537,&quot;width&quot;:854.243385826771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VALUE" val="207"/>
  <p:tag name="KSO_WM_UNIT_TEXT_FILL_TYPE" val="1"/>
  <p:tag name="KSO_WM_UNIT_TEXT_TYPE" val="1"/>
  <p:tag name="KSO_WM_UNIT_TEXT_LAYER_COUNT" val="1"/>
  <p:tag name="KSO_WM_BEAUTIFY_FLAG" val="#wm#"/>
  <p:tag name="KSO_WM_UNIT_PRESET_TEXT" val="单击此处添加文本具体内容，简明扼要地阐述您的观点。根据需要可酌情增减文字，以便观者准确地理解您传达的思想。单击此处添加文本具体内容，简明扼要地阐述您的观点。根据需要可酌情增减文字，以便观者准确地理解您传达的思想。单击此处添加文本具体内容，简明扼要地阐述您的观点。根据需要可酌情增减文字，以便观者准确地理解您传达的思想。单击此处添加文本具体内容，根据需要可酌情增减文字，以便观者准确地理解您传达的思想。"/>
  <p:tag name="KSO_WM_UNIT_USESOURCEFORMAT_APPLY" val="1"/>
</p:tagLst>
</file>

<file path=ppt/tags/tag105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2_1"/>
  <p:tag name="KSO_WM_UNIT_ID" val="diagram20233249_1*l_h_f*1_2_1"/>
  <p:tag name="KSO_WM_TEMPLATE_CATEGORY" val="diagram"/>
  <p:tag name="KSO_WM_TEMPLATE_INDEX" val="20233249"/>
  <p:tag name="KSO_WM_UNIT_LAYERLEVEL" val="1_1_1"/>
  <p:tag name="KSO_WM_TAG_VERSION" val="3.0"/>
  <p:tag name="KSO_WM_DIAGRAM_MAX_ITEMCNT" val="2"/>
  <p:tag name="KSO_WM_DIAGRAM_MIN_ITEMCNT" val="2"/>
  <p:tag name="KSO_WM_DIAGRAM_VIRTUALLY_FRAME" val="{&quot;height&quot;:390.82487576932465,&quot;left&quot;:45,&quot;top&quot;:103.37512423067537,&quot;width&quot;:854.243385826771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VALUE" val="207"/>
  <p:tag name="KSO_WM_UNIT_TEXT_TYPE" val="1"/>
  <p:tag name="KSO_WM_UNIT_TEXT_LAYER_COUNT" val="1"/>
  <p:tag name="KSO_WM_BEAUTIFY_FLAG" val="#wm#"/>
  <p:tag name="KSO_WM_UNIT_PRESET_TEXT" val="单击此处添加文本具体内容，简明扼要地阐述您的观点。根据需要可酌情增减文字，以便观者准确地理解您传达的思想。单击此处添加文本具体内容，简明扼要地阐述您的观点。根据需要可酌情增减文字，以便观者准确地理解您传达的思想。单击此处添加文本具体内容，简明扼要地阐述您的观点。根据需要可酌情增减文字，以便观者准确地理解您传达的思想。单击此处添加文本具体内容，根据需要可酌情增减文字，以便观者准确地理解您传达的思想。"/>
  <p:tag name="KSO_WM_UNIT_TEXT_FILL_FORE_SCHEMECOLOR_INDEX" val="1"/>
  <p:tag name="KSO_WM_UNIT_TEXT_FILL_TYPE" val="1"/>
  <p:tag name="KSO_WM_UNIT_USESOURCEFORMAT_APPLY" val="1"/>
</p:tagLst>
</file>

<file path=ppt/tags/tag106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VALUE" val="201*15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x"/>
  <p:tag name="KSO_WM_UNIT_INDEX" val="1_1_1"/>
  <p:tag name="KSO_WM_UNIT_ID" val="diagram20233249_1*l_h_x*1_1_1"/>
  <p:tag name="KSO_WM_TEMPLATE_CATEGORY" val="diagram"/>
  <p:tag name="KSO_WM_TEMPLATE_INDEX" val="20233249"/>
  <p:tag name="KSO_WM_UNIT_LAYERLEVEL" val="1_1_1"/>
  <p:tag name="KSO_WM_TAG_VERSION" val="3.0"/>
  <p:tag name="KSO_WM_DIAGRAM_MAX_ITEMCNT" val="2"/>
  <p:tag name="KSO_WM_DIAGRAM_MIN_ITEMCNT" val="2"/>
  <p:tag name="KSO_WM_DIAGRAM_VIRTUALLY_FRAME" val="{&quot;height&quot;:390.82487576932465,&quot;left&quot;:45,&quot;top&quot;:103.37512423067537,&quot;width&quot;:854.2433858267716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BEAUTIFY_FLAG" val="#wm#"/>
  <p:tag name="KSO_WM_UNIT_USESOURCEFORMAT_APPLY" val="1"/>
</p:tagLst>
</file>

<file path=ppt/tags/tag107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8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1_1"/>
  <p:tag name="KSO_WM_UNIT_ID" val="diagram20233249_1*l_h_a*1_1_1"/>
  <p:tag name="KSO_WM_TEMPLATE_CATEGORY" val="diagram"/>
  <p:tag name="KSO_WM_TEMPLATE_INDEX" val="20233249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UNIT_TEXT_FILL_TYPE" val="1"/>
  <p:tag name="KSO_WM_DIAGRAM_MAX_ITEMCNT" val="2"/>
  <p:tag name="KSO_WM_DIAGRAM_MIN_ITEMCNT" val="2"/>
  <p:tag name="KSO_WM_DIAGRAM_VIRTUALLY_FRAME" val="{&quot;height&quot;:390.82487576932465,&quot;left&quot;:45,&quot;top&quot;:103.37512423067537,&quot;width&quot;:854.243385826771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PRESET_TEXT" val="单击添加标题"/>
  <p:tag name="KSO_WM_UNIT_TEXT_TYPE" val="1"/>
  <p:tag name="KSO_WM_UNIT_USESOURCEFORMAT_APPLY" val="1"/>
</p:tagLst>
</file>

<file path=ppt/tags/tag108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8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2_1"/>
  <p:tag name="KSO_WM_UNIT_ID" val="diagram20233249_1*l_h_a*1_2_1"/>
  <p:tag name="KSO_WM_TEMPLATE_CATEGORY" val="diagram"/>
  <p:tag name="KSO_WM_TEMPLATE_INDEX" val="20233249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MAX_ITEMCNT" val="2"/>
  <p:tag name="KSO_WM_DIAGRAM_MIN_ITEMCNT" val="2"/>
  <p:tag name="KSO_WM_DIAGRAM_VIRTUALLY_FRAME" val="{&quot;height&quot;:390.82487576932465,&quot;left&quot;:45,&quot;top&quot;:103.37512423067537,&quot;width&quot;:854.243385826771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PRESET_TEXT" val="单击添加标题"/>
  <p:tag name="KSO_WM_UNIT_TEXT_FILL_FORE_SCHEMECOLOR_INDEX" val="1"/>
  <p:tag name="KSO_WM_UNIT_TEXT_FILL_TYPE" val="1"/>
  <p:tag name="KSO_WM_UNIT_TEXT_TYPE" val="1"/>
  <p:tag name="KSO_WM_UNIT_USESOURCEFORMAT_APPLY" val="1"/>
</p:tagLst>
</file>

<file path=ppt/tags/tag109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VALUE" val="188*188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x"/>
  <p:tag name="KSO_WM_UNIT_INDEX" val="1_2_1"/>
  <p:tag name="KSO_WM_UNIT_ID" val="diagram20233249_1*l_h_x*1_2_1"/>
  <p:tag name="KSO_WM_TEMPLATE_CATEGORY" val="diagram"/>
  <p:tag name="KSO_WM_TEMPLATE_INDEX" val="20233249"/>
  <p:tag name="KSO_WM_UNIT_LAYERLEVEL" val="1_1_1"/>
  <p:tag name="KSO_WM_TAG_VERSION" val="3.0"/>
  <p:tag name="KSO_WM_BEAUTIFY_FLAG" val="#wm#"/>
  <p:tag name="KSO_WM_DIAGRAM_MAX_ITEMCNT" val="2"/>
  <p:tag name="KSO_WM_DIAGRAM_MIN_ITEMCNT" val="2"/>
  <p:tag name="KSO_WM_DIAGRAM_VIRTUALLY_FRAME" val="{&quot;height&quot;:390.82487576932465,&quot;left&quot;:45,&quot;top&quot;:103.37512423067537,&quot;width&quot;:854.2433858267716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FILL_FORE_SCHEMECOLOR_INDEX" val="6"/>
  <p:tag name="KSO_WM_UNIT_FILL_TYPE" val="1"/>
  <p:tag name="KSO_WM_UNIT_USESOURCEFORMAT_APPLY" val="1"/>
</p:tagLst>
</file>

<file path=ppt/tags/tag110.xml><?xml version="1.0" encoding="utf-8"?>
<p:tagLst xmlns:p="http://schemas.openxmlformats.org/presentationml/2006/main">
  <p:tag name="KSO_WM_SLIDE_ID" val="diagram20233249_1"/>
  <p:tag name="KSO_WM_TEMPLATE_SUBCATEGORY" val="0"/>
  <p:tag name="KSO_WM_TEMPLATE_MASTER_TYPE" val="0"/>
  <p:tag name="KSO_WM_TEMPLATE_COLOR_TYPE" val="0"/>
  <p:tag name="KSO_WM_SLIDE_ITEM_CNT" val="2"/>
  <p:tag name="KSO_WM_SLIDE_INDEX" val="1"/>
  <p:tag name="KSO_WM_TAG_VERSION" val="3.0"/>
  <p:tag name="KSO_WM_BEAUTIFY_FLAG" val="#wm#"/>
  <p:tag name="KSO_WM_TEMPLATE_CATEGORY" val="diagram"/>
  <p:tag name="KSO_WM_TEMPLATE_INDEX" val="20233249"/>
  <p:tag name="KSO_WM_SLIDE_TYPE" val="text"/>
  <p:tag name="KSO_WM_SLIDE_SUBTYPE" val="diag"/>
  <p:tag name="KSO_WM_SLIDE_SIZE" val="844.438*388.54"/>
  <p:tag name="KSO_WM_SLIDE_POSITION" val="54.8032*105.625"/>
  <p:tag name="KSO_WM_SLIDE_LAYOUT" val="a_l"/>
  <p:tag name="KSO_WM_SLIDE_LAYOUT_CNT" val="1_1"/>
  <p:tag name="KSO_WM_SPECIAL_SOURCE" val="bdnull"/>
  <p:tag name="KSO_WM_DIAGRAM_GROUP_CODE" val="l1-1"/>
  <p:tag name="KSO_WM_SLIDE_DIAGTYPE" val="l"/>
</p:tagLst>
</file>

<file path=ppt/tags/tag111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33203_3*a*1"/>
  <p:tag name="KSO_WM_TEMPLATE_CATEGORY" val="diagram"/>
  <p:tag name="KSO_WM_TEMPLATE_INDEX" val="20233203"/>
  <p:tag name="KSO_WM_UNIT_LAYERLEVEL" val="1"/>
  <p:tag name="KSO_WM_TAG_VERSION" val="3.0"/>
  <p:tag name="KSO_WM_BEAUTIFY_FLAG" val="#wm#"/>
  <p:tag name="KSO_WM_DIAGRAM_GROUP_CODE" val="l1-1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1"/>
</p:tagLst>
</file>

<file path=ppt/tags/tag1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2_1"/>
  <p:tag name="KSO_WM_UNIT_ID" val="diagram20233203_3*l_h_i*1_2_1"/>
  <p:tag name="KSO_WM_TEMPLATE_CATEGORY" val="diagram"/>
  <p:tag name="KSO_WM_TEMPLATE_INDEX" val="20233203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2"/>
  <p:tag name="KSO_WM_DIAGRAM_VIRTUALLY_FRAME" val="{&quot;height&quot;:373.32769517649393,&quot;left&quot;:62.14999999999998,&quot;top&quot;:118.36115241175301,&quot;width&quot;:835.55}"/>
  <p:tag name="KSO_WM_DIAGRAM_COLOR_MATCH_VALUE" val="{&quot;shape&quot;:{&quot;fill&quot;:{&quot;solid&quot;:{&quot;brightness&quot;:0,&quot;colorType&quot;:1,&quot;foreColorIndex&quot;:5,&quot;transparency&quot;:0.20000000298023224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1"/>
  <p:tag name="KSO_WM_UNIT_FILL_FORE_SCHEMECOLOR_INDEX" val="5"/>
  <p:tag name="KSO_WM_UNIT_FILL_FORE_SCHEMECOLOR_INDEX_BRIGHTNESS" val="0"/>
  <p:tag name="KSO_WM_UNIT_TEXT_FILL_FORE_SCHEMECOLOR_INDEX" val="2"/>
  <p:tag name="KSO_WM_UNIT_TEXT_FILL_TYPE" val="1"/>
  <p:tag name="KSO_WM_UNIT_USESOURCEFORMAT_APPLY" val="1"/>
</p:tagLst>
</file>

<file path=ppt/tags/tag1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1"/>
  <p:tag name="KSO_WM_UNIT_ID" val="diagram20233203_3*l_h_i*1_1_1"/>
  <p:tag name="KSO_WM_TEMPLATE_CATEGORY" val="diagram"/>
  <p:tag name="KSO_WM_TEMPLATE_INDEX" val="20233203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2"/>
  <p:tag name="KSO_WM_DIAGRAM_VIRTUALLY_FRAME" val="{&quot;height&quot;:373.32769517649393,&quot;left&quot;:62.14999999999998,&quot;top&quot;:118.36115241175301,&quot;width&quot;:835.55}"/>
  <p:tag name="KSO_WM_DIAGRAM_COLOR_MATCH_VALUE" val="{&quot;shape&quot;:{&quot;fill&quot;:{&quot;solid&quot;:{&quot;brightness&quot;:0,&quot;colorType&quot;:1,&quot;foreColorIndex&quot;:5,&quot;transparency&quot;:0.20000000298023224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1"/>
  <p:tag name="KSO_WM_UNIT_FILL_FORE_SCHEMECOLOR_INDEX" val="5"/>
  <p:tag name="KSO_WM_UNIT_FILL_FORE_SCHEMECOLOR_INDEX_BRIGHTNESS" val="0"/>
  <p:tag name="KSO_WM_UNIT_TEXT_FILL_FORE_SCHEMECOLOR_INDEX" val="2"/>
  <p:tag name="KSO_WM_UNIT_TEXT_FILL_TYPE" val="1"/>
  <p:tag name="KSO_WM_UNIT_USESOURCEFORMAT_APPLY" val="1"/>
</p:tagLst>
</file>

<file path=ppt/tags/tag1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4_1"/>
  <p:tag name="KSO_WM_UNIT_ID" val="diagram20233203_3*l_h_i*1_4_1"/>
  <p:tag name="KSO_WM_TEMPLATE_CATEGORY" val="diagram"/>
  <p:tag name="KSO_WM_TEMPLATE_INDEX" val="20233203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2"/>
  <p:tag name="KSO_WM_DIAGRAM_VIRTUALLY_FRAME" val="{&quot;height&quot;:373.32769517649393,&quot;left&quot;:62.14999999999998,&quot;top&quot;:118.36115241175301,&quot;width&quot;:835.55}"/>
  <p:tag name="KSO_WM_DIAGRAM_COLOR_MATCH_VALUE" val="{&quot;shape&quot;:{&quot;fill&quot;:{&quot;solid&quot;:{&quot;brightness&quot;:0,&quot;colorType&quot;:1,&quot;foreColorIndex&quot;:5,&quot;transparency&quot;:0.20000000298023224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1"/>
  <p:tag name="KSO_WM_UNIT_FILL_FORE_SCHEMECOLOR_INDEX" val="5"/>
  <p:tag name="KSO_WM_UNIT_FILL_FORE_SCHEMECOLOR_INDEX_BRIGHTNESS" val="0"/>
  <p:tag name="KSO_WM_UNIT_TEXT_FILL_FORE_SCHEMECOLOR_INDEX" val="2"/>
  <p:tag name="KSO_WM_UNIT_TEXT_FILL_TYPE" val="1"/>
  <p:tag name="KSO_WM_UNIT_USESOURCEFORMAT_APPLY" val="1"/>
</p:tagLst>
</file>

<file path=ppt/tags/tag1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3_1"/>
  <p:tag name="KSO_WM_UNIT_ID" val="diagram20233203_3*l_h_i*1_3_1"/>
  <p:tag name="KSO_WM_TEMPLATE_CATEGORY" val="diagram"/>
  <p:tag name="KSO_WM_TEMPLATE_INDEX" val="20233203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2"/>
  <p:tag name="KSO_WM_DIAGRAM_VIRTUALLY_FRAME" val="{&quot;height&quot;:373.32769517649393,&quot;left&quot;:62.14999999999998,&quot;top&quot;:118.36115241175301,&quot;width&quot;:835.55}"/>
  <p:tag name="KSO_WM_DIAGRAM_COLOR_MATCH_VALUE" val="{&quot;shape&quot;:{&quot;fill&quot;:{&quot;solid&quot;:{&quot;brightness&quot;:0,&quot;colorType&quot;:1,&quot;foreColorIndex&quot;:5,&quot;transparency&quot;:0.20000000298023224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1"/>
  <p:tag name="KSO_WM_UNIT_FILL_FORE_SCHEMECOLOR_INDEX" val="5"/>
  <p:tag name="KSO_WM_UNIT_FILL_FORE_SCHEMECOLOR_INDEX_BRIGHTNESS" val="0"/>
  <p:tag name="KSO_WM_UNIT_TEXT_FILL_FORE_SCHEMECOLOR_INDEX" val="2"/>
  <p:tag name="KSO_WM_UNIT_TEXT_FILL_TYPE" val="1"/>
  <p:tag name="KSO_WM_UNIT_USESOURCEFORMAT_APPLY" val="1"/>
</p:tagLst>
</file>

<file path=ppt/tags/tag116.xml><?xml version="1.0" encoding="utf-8"?>
<p:tagLst xmlns:p="http://schemas.openxmlformats.org/presentationml/2006/main">
  <p:tag name="KSO_WM_UNIT_VALUE" val="14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2_1"/>
  <p:tag name="KSO_WM_UNIT_ID" val="diagram20233203_3*l_h_f*1_2_1"/>
  <p:tag name="KSO_WM_TEMPLATE_CATEGORY" val="diagram"/>
  <p:tag name="KSO_WM_TEMPLATE_INDEX" val="20233203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DIAGRAM_GROUP_CODE" val="l1-1"/>
  <p:tag name="KSO_WM_DIAGRAM_MAX_ITEMCNT" val="4"/>
  <p:tag name="KSO_WM_DIAGRAM_MIN_ITEMCNT" val="2"/>
  <p:tag name="KSO_WM_DIAGRAM_VIRTUALLY_FRAME" val="{&quot;height&quot;:373.32769517649393,&quot;left&quot;:62.14999999999998,&quot;top&quot;:118.36115241175301,&quot;width&quot;:835.5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UNIT_PRESET_TEXT" val="请单击此处添加正文内容，文字是您思想的提炼，请言简意赅的阐述您的观点。单击此处添加正文，文字是您思想的提炼。单击此处添加正文，文字是您思想的提炼，请言简意赅的阐述您的观点。单击此处添加正文，文字是您思想的提炼。单击此处添加正文，文字是您思想的提炼，请言简意赅的阐述您的观点"/>
  <p:tag name="KSO_WM_UNIT_TEXT_FILL_FORE_SCHEMECOLOR_INDEX" val="1"/>
  <p:tag name="KSO_WM_UNIT_TEXT_FILL_TYPE" val="1"/>
  <p:tag name="KSO_WM_UNIT_USESOURCEFORMAT_APPLY" val="1"/>
</p:tagLst>
</file>

<file path=ppt/tags/tag117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2_1"/>
  <p:tag name="KSO_WM_UNIT_ID" val="diagram20233203_3*l_h_a*1_2_1"/>
  <p:tag name="KSO_WM_TEMPLATE_CATEGORY" val="diagram"/>
  <p:tag name="KSO_WM_TEMPLATE_INDEX" val="20233203"/>
  <p:tag name="KSO_WM_UNIT_LAYERLEVEL" val="1_1_1"/>
  <p:tag name="KSO_WM_TAG_VERSION" val="3.0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2"/>
  <p:tag name="KSO_WM_DIAGRAM_VIRTUALLY_FRAME" val="{&quot;height&quot;:373.32769517649393,&quot;left&quot;:62.14999999999998,&quot;top&quot;:118.36115241175301,&quot;width&quot;:835.5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BEAUTIFY_FLAG" val="#wm#"/>
  <p:tag name="KSO_WM_UNIT_PRESET_TEXT" val="单击添加项标题"/>
  <p:tag name="KSO_WM_UNIT_TEXT_FILL_FORE_SCHEMECOLOR_INDEX" val="1"/>
  <p:tag name="KSO_WM_UNIT_TEXT_FILL_TYPE" val="1"/>
  <p:tag name="KSO_WM_UNIT_USESOURCEFORMAT_APPLY" val="1"/>
</p:tagLst>
</file>

<file path=ppt/tags/tag1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4_1"/>
  <p:tag name="KSO_WM_UNIT_ID" val="diagram20233203_3*l_h_f*1_4_1"/>
  <p:tag name="KSO_WM_TEMPLATE_CATEGORY" val="diagram"/>
  <p:tag name="KSO_WM_TEMPLATE_INDEX" val="20233203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DIAGRAM_GROUP_CODE" val="l1-1"/>
  <p:tag name="KSO_WM_DIAGRAM_MAX_ITEMCNT" val="4"/>
  <p:tag name="KSO_WM_DIAGRAM_MIN_ITEMCNT" val="2"/>
  <p:tag name="KSO_WM_DIAGRAM_VIRTUALLY_FRAME" val="{&quot;height&quot;:373.32769517649393,&quot;left&quot;:62.14999999999998,&quot;top&quot;:118.36115241175301,&quot;width&quot;:835.5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UNIT_VALUE" val="140"/>
  <p:tag name="KSO_WM_BEAUTIFY_FLAG" val="#wm#"/>
  <p:tag name="KSO_WM_UNIT_PRESET_TEXT" val="单击此处添加正文，文字是您思想的提炼，请言简意赅的阐述您的观点。单击添加正文，文字是您思想的提炼。单击添加正文，文字是您思想的提炼，请言简意赅的阐述您的观点。单击此处添加正文，文字是您思想的提炼。单击此处添加正文，文字是您思想的提炼，请言简意赅的阐述您的观点"/>
  <p:tag name="KSO_WM_UNIT_TEXT_FILL_FORE_SCHEMECOLOR_INDEX" val="1"/>
  <p:tag name="KSO_WM_UNIT_TEXT_FILL_TYPE" val="1"/>
  <p:tag name="KSO_WM_UNIT_USESOURCEFORMAT_APPLY" val="1"/>
</p:tagLst>
</file>

<file path=ppt/tags/tag11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4_1"/>
  <p:tag name="KSO_WM_UNIT_ID" val="diagram20233203_3*l_h_a*1_4_1"/>
  <p:tag name="KSO_WM_TEMPLATE_CATEGORY" val="diagram"/>
  <p:tag name="KSO_WM_TEMPLATE_INDEX" val="20233203"/>
  <p:tag name="KSO_WM_UNIT_LAYERLEVEL" val="1_1_1"/>
  <p:tag name="KSO_WM_TAG_VERSION" val="3.0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2"/>
  <p:tag name="KSO_WM_DIAGRAM_VIRTUALLY_FRAME" val="{&quot;height&quot;:373.32769517649393,&quot;left&quot;:62.14999999999998,&quot;top&quot;:118.36115241175301,&quot;width&quot;:835.5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BEAUTIFY_FLAG" val="#wm#"/>
  <p:tag name="KSO_WM_UNIT_PRESET_TEXT" val="单击添加项标题"/>
  <p:tag name="KSO_WM_UNIT_TEXT_FILL_FORE_SCHEMECOLOR_INDEX" val="1"/>
  <p:tag name="KSO_WM_UNIT_TEXT_FILL_TYPE" val="1"/>
  <p:tag name="KSO_WM_UNIT_USESOURCEFORMAT_APPLY" val="1"/>
</p:tagLst>
</file>

<file path=ppt/tags/tag120.xml><?xml version="1.0" encoding="utf-8"?>
<p:tagLst xmlns:p="http://schemas.openxmlformats.org/presentationml/2006/main">
  <p:tag name="KSO_WM_UNIT_VALUE" val="14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1_1"/>
  <p:tag name="KSO_WM_UNIT_ID" val="diagram20233203_3*l_h_f*1_1_1"/>
  <p:tag name="KSO_WM_TEMPLATE_CATEGORY" val="diagram"/>
  <p:tag name="KSO_WM_TEMPLATE_INDEX" val="20233203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DIAGRAM_GROUP_CODE" val="l1-1"/>
  <p:tag name="KSO_WM_DIAGRAM_MAX_ITEMCNT" val="4"/>
  <p:tag name="KSO_WM_DIAGRAM_MIN_ITEMCNT" val="2"/>
  <p:tag name="KSO_WM_DIAGRAM_VIRTUALLY_FRAME" val="{&quot;height&quot;:373.32769517649393,&quot;left&quot;:62.14999999999998,&quot;top&quot;:118.36115241175301,&quot;width&quot;:835.5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UNIT_PRESET_TEXT" val="请单击此处添加正文内容，文字是您思想的提炼，请言简意赅的阐述您的观点。单击此处添加正文，文字是您思想的提炼。单击此处添加正文，文字是您思想的提炼，请言简意赅的阐述您的观点。单击此处添加正文，文字是您思想的提炼。单击此处添加正文内容，文字是您思想的提炼，请言简意赅的阐述您的观点"/>
  <p:tag name="KSO_WM_UNIT_TEXT_FILL_FORE_SCHEMECOLOR_INDEX" val="1"/>
  <p:tag name="KSO_WM_UNIT_TEXT_FILL_TYPE" val="1"/>
  <p:tag name="KSO_WM_UNIT_USESOURCEFORMAT_APPLY" val="1"/>
</p:tagLst>
</file>

<file path=ppt/tags/tag121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1_1"/>
  <p:tag name="KSO_WM_UNIT_ID" val="diagram20233203_3*l_h_a*1_1_1"/>
  <p:tag name="KSO_WM_TEMPLATE_CATEGORY" val="diagram"/>
  <p:tag name="KSO_WM_TEMPLATE_INDEX" val="20233203"/>
  <p:tag name="KSO_WM_UNIT_LAYERLEVEL" val="1_1_1"/>
  <p:tag name="KSO_WM_TAG_VERSION" val="3.0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2"/>
  <p:tag name="KSO_WM_DIAGRAM_VIRTUALLY_FRAME" val="{&quot;height&quot;:373.32769517649393,&quot;left&quot;:62.14999999999998,&quot;top&quot;:118.36115241175301,&quot;width&quot;:835.5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BEAUTIFY_FLAG" val="#wm#"/>
  <p:tag name="KSO_WM_UNIT_PRESET_TEXT" val="单击添加项标题"/>
  <p:tag name="KSO_WM_UNIT_TEXT_FILL_FORE_SCHEMECOLOR_INDEX" val="1"/>
  <p:tag name="KSO_WM_UNIT_TEXT_FILL_TYPE" val="1"/>
  <p:tag name="KSO_WM_UNIT_USESOURCEFORMAT_APPLY" val="1"/>
</p:tagLst>
</file>

<file path=ppt/tags/tag122.xml><?xml version="1.0" encoding="utf-8"?>
<p:tagLst xmlns:p="http://schemas.openxmlformats.org/presentationml/2006/main">
  <p:tag name="KSO_WM_UNIT_VALUE" val="14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3_1"/>
  <p:tag name="KSO_WM_UNIT_ID" val="diagram20233203_3*l_h_f*1_3_1"/>
  <p:tag name="KSO_WM_TEMPLATE_CATEGORY" val="diagram"/>
  <p:tag name="KSO_WM_TEMPLATE_INDEX" val="20233203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DIAGRAM_GROUP_CODE" val="l1-1"/>
  <p:tag name="KSO_WM_DIAGRAM_MAX_ITEMCNT" val="4"/>
  <p:tag name="KSO_WM_DIAGRAM_MIN_ITEMCNT" val="2"/>
  <p:tag name="KSO_WM_DIAGRAM_VIRTUALLY_FRAME" val="{&quot;height&quot;:373.32769517649393,&quot;left&quot;:62.14999999999998,&quot;top&quot;:118.36115241175301,&quot;width&quot;:835.5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UNIT_PRESET_TEXT" val="单击此处添加正文，文字是您思想的提炼，请言简意赅的阐述您的观点。单击添加正文，文字是您思想的提炼。单击添加正文，文字是您思想的提炼，请言简意赅的阐述您的观点。单击此处添加正文，文字是您思想的提炼。单击此处添加正文，文字是您思想的提炼，请言简意赅的阐述您的观点"/>
  <p:tag name="KSO_WM_UNIT_TEXT_FILL_FORE_SCHEMECOLOR_INDEX" val="1"/>
  <p:tag name="KSO_WM_UNIT_TEXT_FILL_TYPE" val="1"/>
  <p:tag name="KSO_WM_UNIT_USESOURCEFORMAT_APPLY" val="1"/>
</p:tagLst>
</file>

<file path=ppt/tags/tag12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3_1"/>
  <p:tag name="KSO_WM_UNIT_ID" val="diagram20233203_3*l_h_a*1_3_1"/>
  <p:tag name="KSO_WM_TEMPLATE_CATEGORY" val="diagram"/>
  <p:tag name="KSO_WM_TEMPLATE_INDEX" val="20233203"/>
  <p:tag name="KSO_WM_UNIT_LAYERLEVEL" val="1_1_1"/>
  <p:tag name="KSO_WM_TAG_VERSION" val="3.0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2"/>
  <p:tag name="KSO_WM_DIAGRAM_VIRTUALLY_FRAME" val="{&quot;height&quot;:373.32769517649393,&quot;left&quot;:62.14999999999998,&quot;top&quot;:118.36115241175301,&quot;width&quot;:835.5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BEAUTIFY_FLAG" val="#wm#"/>
  <p:tag name="KSO_WM_UNIT_PRESET_TEXT" val="单击添加项标题"/>
  <p:tag name="KSO_WM_UNIT_TEXT_FILL_FORE_SCHEMECOLOR_INDEX" val="1"/>
  <p:tag name="KSO_WM_UNIT_TEXT_FILL_TYPE" val="1"/>
  <p:tag name="KSO_WM_UNIT_USESOURCEFORMAT_APPLY" val="1"/>
</p:tagLst>
</file>

<file path=ppt/tags/tag124.xml><?xml version="1.0" encoding="utf-8"?>
<p:tagLst xmlns:p="http://schemas.openxmlformats.org/presentationml/2006/main">
  <p:tag name="KSO_WM_UNIT_VALUE" val="108*108"/>
  <p:tag name="KSO_WM_UNIT_HIGHLIGHT" val="0"/>
  <p:tag name="KSO_WM_UNIT_COMPATIBLE" val="0"/>
  <p:tag name="KSO_WM_UNIT_DIAGRAM_ISNUMVISUAL" val="0"/>
  <p:tag name="KSO_WM_UNIT_DIAGRAM_ISREFERUNIT" val="0"/>
  <p:tag name="KSO_WM_UNIT_TYPE" val="l_h_x"/>
  <p:tag name="KSO_WM_UNIT_INDEX" val="1_2_1"/>
  <p:tag name="KSO_WM_UNIT_ID" val="diagram20233203_3*l_h_x*1_2_1"/>
  <p:tag name="KSO_WM_TEMPLATE_CATEGORY" val="diagram"/>
  <p:tag name="KSO_WM_TEMPLATE_INDEX" val="20233203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2"/>
  <p:tag name="KSO_WM_DIAGRAM_VIRTUALLY_FRAME" val="{&quot;height&quot;:373.32769517649393,&quot;left&quot;:62.14999999999998,&quot;top&quot;:118.36115241175301,&quot;width&quot;:835.55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BEAUTIFY_FLAG" val="#wm#"/>
  <p:tag name="KSO_WM_UNIT_USESOURCEFORMAT_APPLY" val="1"/>
</p:tagLst>
</file>

<file path=ppt/tags/tag125.xml><?xml version="1.0" encoding="utf-8"?>
<p:tagLst xmlns:p="http://schemas.openxmlformats.org/presentationml/2006/main">
  <p:tag name="KSO_WM_UNIT_VALUE" val="100*108"/>
  <p:tag name="KSO_WM_UNIT_HIGHLIGHT" val="0"/>
  <p:tag name="KSO_WM_UNIT_COMPATIBLE" val="0"/>
  <p:tag name="KSO_WM_UNIT_DIAGRAM_ISNUMVISUAL" val="0"/>
  <p:tag name="KSO_WM_UNIT_DIAGRAM_ISREFERUNIT" val="0"/>
  <p:tag name="KSO_WM_UNIT_TYPE" val="l_h_x"/>
  <p:tag name="KSO_WM_UNIT_INDEX" val="1_4_1"/>
  <p:tag name="KSO_WM_UNIT_ID" val="diagram20233203_3*l_h_x*1_4_1"/>
  <p:tag name="KSO_WM_TEMPLATE_CATEGORY" val="diagram"/>
  <p:tag name="KSO_WM_TEMPLATE_INDEX" val="20233203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2"/>
  <p:tag name="KSO_WM_DIAGRAM_VIRTUALLY_FRAME" val="{&quot;height&quot;:373.32769517649393,&quot;left&quot;:62.14999999999998,&quot;top&quot;:118.36115241175301,&quot;width&quot;:835.55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BEAUTIFY_FLAG" val="#wm#"/>
  <p:tag name="KSO_WM_UNIT_USESOURCEFORMAT_APPLY" val="1"/>
</p:tagLst>
</file>

<file path=ppt/tags/tag126.xml><?xml version="1.0" encoding="utf-8"?>
<p:tagLst xmlns:p="http://schemas.openxmlformats.org/presentationml/2006/main">
  <p:tag name="KSO_WM_UNIT_VALUE" val="108*108"/>
  <p:tag name="KSO_WM_UNIT_HIGHLIGHT" val="0"/>
  <p:tag name="KSO_WM_UNIT_COMPATIBLE" val="0"/>
  <p:tag name="KSO_WM_UNIT_DIAGRAM_ISNUMVISUAL" val="0"/>
  <p:tag name="KSO_WM_UNIT_DIAGRAM_ISREFERUNIT" val="0"/>
  <p:tag name="KSO_WM_UNIT_TYPE" val="l_h_x"/>
  <p:tag name="KSO_WM_UNIT_INDEX" val="1_3_1"/>
  <p:tag name="KSO_WM_UNIT_ID" val="diagram20233203_3*l_h_x*1_3_1"/>
  <p:tag name="KSO_WM_TEMPLATE_CATEGORY" val="diagram"/>
  <p:tag name="KSO_WM_TEMPLATE_INDEX" val="20233203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2"/>
  <p:tag name="KSO_WM_DIAGRAM_VIRTUALLY_FRAME" val="{&quot;height&quot;:373.32769517649393,&quot;left&quot;:62.14999999999998,&quot;top&quot;:118.36115241175301,&quot;width&quot;:835.55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BEAUTIFY_FLAG" val="#wm#"/>
  <p:tag name="KSO_WM_UNIT_USESOURCEFORMAT_APPLY" val="1"/>
</p:tagLst>
</file>

<file path=ppt/tags/tag127.xml><?xml version="1.0" encoding="utf-8"?>
<p:tagLst xmlns:p="http://schemas.openxmlformats.org/presentationml/2006/main">
  <p:tag name="KSO_WM_UNIT_VALUE" val="100*108"/>
  <p:tag name="KSO_WM_UNIT_HIGHLIGHT" val="0"/>
  <p:tag name="KSO_WM_UNIT_COMPATIBLE" val="0"/>
  <p:tag name="KSO_WM_UNIT_DIAGRAM_ISNUMVISUAL" val="0"/>
  <p:tag name="KSO_WM_UNIT_DIAGRAM_ISREFERUNIT" val="0"/>
  <p:tag name="KSO_WM_UNIT_TYPE" val="l_h_x"/>
  <p:tag name="KSO_WM_UNIT_INDEX" val="1_1_1"/>
  <p:tag name="KSO_WM_UNIT_ID" val="diagram20233203_3*l_h_x*1_1_1"/>
  <p:tag name="KSO_WM_TEMPLATE_CATEGORY" val="diagram"/>
  <p:tag name="KSO_WM_TEMPLATE_INDEX" val="20233203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2"/>
  <p:tag name="KSO_WM_DIAGRAM_VIRTUALLY_FRAME" val="{&quot;height&quot;:373.32769517649393,&quot;left&quot;:62.14999999999998,&quot;top&quot;:118.36115241175301,&quot;width&quot;:835.55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BEAUTIFY_FLAG" val="#wm#"/>
  <p:tag name="KSO_WM_UNIT_USESOURCEFORMAT_APPLY" val="1"/>
</p:tagLst>
</file>

<file path=ppt/tags/tag128.xml><?xml version="1.0" encoding="utf-8"?>
<p:tagLst xmlns:p="http://schemas.openxmlformats.org/presentationml/2006/main">
  <p:tag name="KSO_WM_SLIDE_ID" val="diagram20233203_3"/>
  <p:tag name="KSO_WM_TEMPLATE_SUBCATEGORY" val="0"/>
  <p:tag name="KSO_WM_TEMPLATE_MASTER_TYPE" val="0"/>
  <p:tag name="KSO_WM_TEMPLATE_COLOR_TYPE" val="0"/>
  <p:tag name="KSO_WM_SLIDE_ITEM_CNT" val="4"/>
  <p:tag name="KSO_WM_SLIDE_INDEX" val="3"/>
  <p:tag name="KSO_WM_TAG_VERSION" val="3.0"/>
  <p:tag name="KSO_WM_BEAUTIFY_FLAG" val="#wm#"/>
  <p:tag name="KSO_WM_TEMPLATE_CATEGORY" val="diagram"/>
  <p:tag name="KSO_WM_TEMPLATE_INDEX" val="20233203"/>
  <p:tag name="KSO_WM_SLIDE_TYPE" val="text"/>
  <p:tag name="KSO_WM_SLIDE_SUBTYPE" val="diag"/>
  <p:tag name="KSO_WM_SLIDE_SIZE" val="835.55*339.3"/>
  <p:tag name="KSO_WM_SLIDE_POSITION" val="62.15*153.45"/>
  <p:tag name="KSO_WM_SLIDE_LAYOUT" val="a_l"/>
  <p:tag name="KSO_WM_SLIDE_LAYOUT_CNT" val="1_1"/>
  <p:tag name="KSO_WM_SPECIAL_SOURCE" val="bdnull"/>
  <p:tag name="KSO_WM_DIAGRAM_GROUP_CODE" val="l1-1"/>
  <p:tag name="KSO_WM_SLIDE_DIAGTYPE" val="l"/>
</p:tagLst>
</file>

<file path=ppt/tags/tag12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31081_5*a*1"/>
  <p:tag name="KSO_WM_TEMPLATE_CATEGORY" val="diagram"/>
  <p:tag name="KSO_WM_TEMPLATE_INDEX" val="20231081"/>
  <p:tag name="KSO_WM_UNIT_LAYERLEVEL" val="1"/>
  <p:tag name="KSO_WM_TAG_VERSION" val="3.0"/>
  <p:tag name="KSO_WM_BEAUTIFY_FLAG" val="#wm#"/>
  <p:tag name="KSO_WM_DIAGRAM_GROUP_CODE" val="n1-1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1"/>
</p:tagLst>
</file>

<file path=ppt/tags/tag1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081_3*n_h_i*1_1_4"/>
  <p:tag name="KSO_WM_TEMPLATE_CATEGORY" val="diagram"/>
  <p:tag name="KSO_WM_TEMPLATE_INDEX" val="20231081"/>
  <p:tag name="KSO_WM_UNIT_LAYERLEVEL" val="1_1_1"/>
  <p:tag name="KSO_WM_TAG_VERSION" val="3.0"/>
  <p:tag name="KSO_WM_DIAGRAM_GROUP_CODE" val="n1-1"/>
  <p:tag name="KSO_WM_UNIT_TYPE" val="n_h_i"/>
  <p:tag name="KSO_WM_UNIT_INDEX" val="1_1_4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54.5869291338583,&quot;left&quot;:-0.44881889763779526,&quot;top&quot;:98.11307086614173,&quot;width&quot;:949.3150393700787}"/>
  <p:tag name="KSO_WM_DIAGRAM_COLOR_MATCH_VALUE" val="{&quot;shape&quot;:{&quot;fill&quot;:{&quot;gradient&quot;:[{&quot;brightness&quot;:0.1899999976158142,&quot;colorType&quot;:1,&quot;foreColorIndex&quot;:5,&quot;pos&quot;:0.4099999964237213,&quot;transparency&quot;:0},{&quot;brightness&quot;:-0.41999998688697815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UNIT_TEXT_FILL_FORE_SCHEMECOLOR_INDEX" val="2"/>
  <p:tag name="KSO_WM_UNIT_TEXT_FILL_TYPE" val="1"/>
  <p:tag name="KSO_WM_UNIT_USESOURCEFORMAT_APPLY" val="1"/>
</p:tagLst>
</file>

<file path=ppt/tags/tag1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081_3*n_h_i*1_1_3"/>
  <p:tag name="KSO_WM_TEMPLATE_CATEGORY" val="diagram"/>
  <p:tag name="KSO_WM_TEMPLATE_INDEX" val="20231081"/>
  <p:tag name="KSO_WM_UNIT_LAYERLEVEL" val="1_1_1"/>
  <p:tag name="KSO_WM_TAG_VERSION" val="3.0"/>
  <p:tag name="KSO_WM_DIAGRAM_GROUP_CODE" val="n1-1"/>
  <p:tag name="KSO_WM_UNIT_TYPE" val="n_h_i"/>
  <p:tag name="KSO_WM_UNIT_INDEX" val="1_1_3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54.5869291338583,&quot;left&quot;:-0.44881889763779526,&quot;top&quot;:98.11307086614173,&quot;width&quot;:949.3150393700787}"/>
  <p:tag name="KSO_WM_DIAGRAM_COLOR_MATCH_VALUE" val="{&quot;shape&quot;:{&quot;fill&quot;:{&quot;gradient&quot;:[{&quot;brightness&quot;:-0.20000000298023224,&quot;colorType&quot;:1,&quot;foreColorIndex&quot;:5,&quot;pos&quot;:0.019999999552965164,&quot;transparency&quot;:0},{&quot;brightness&quot;:0.30000001192092896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UNIT_TEXT_FILL_FORE_SCHEMECOLOR_INDEX" val="2"/>
  <p:tag name="KSO_WM_UNIT_TEXT_FILL_TYPE" val="1"/>
  <p:tag name="KSO_WM_UNIT_USESOURCEFORMAT_APPLY" val="1"/>
</p:tagLst>
</file>

<file path=ppt/tags/tag1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081_3*n_h_i*1_1_2"/>
  <p:tag name="KSO_WM_TEMPLATE_CATEGORY" val="diagram"/>
  <p:tag name="KSO_WM_TEMPLATE_INDEX" val="20231081"/>
  <p:tag name="KSO_WM_UNIT_LAYERLEVEL" val="1_1_1"/>
  <p:tag name="KSO_WM_TAG_VERSION" val="3.0"/>
  <p:tag name="KSO_WM_DIAGRAM_GROUP_CODE" val="n1-1"/>
  <p:tag name="KSO_WM_UNIT_TYPE" val="n_h_i"/>
  <p:tag name="KSO_WM_UNIT_INDEX" val="1_1_2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54.5869291338583,&quot;left&quot;:-0.44881889763779526,&quot;top&quot;:98.11307086614173,&quot;width&quot;:949.3150393700787}"/>
  <p:tag name="KSO_WM_DIAGRAM_COLOR_MATCH_VALUE" val="{&quot;shape&quot;:{&quot;fill&quot;:{&quot;gradient&quot;:[{&quot;brightness&quot;:-0.20000000298023224,&quot;colorType&quot;:1,&quot;foreColorIndex&quot;:5,&quot;pos&quot;:0.019999999552965164,&quot;transparency&quot;:0},{&quot;brightness&quot;:0.30000001192092896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UNIT_TEXT_FILL_FORE_SCHEMECOLOR_INDEX" val="2"/>
  <p:tag name="KSO_WM_UNIT_TEXT_FILL_TYPE" val="1"/>
  <p:tag name="KSO_WM_UNIT_USESOURCEFORMAT_APPLY" val="1"/>
</p:tagLst>
</file>

<file path=ppt/tags/tag1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081_3*n_h_i*1_2_4"/>
  <p:tag name="KSO_WM_TEMPLATE_CATEGORY" val="diagram"/>
  <p:tag name="KSO_WM_TEMPLATE_INDEX" val="20231081"/>
  <p:tag name="KSO_WM_UNIT_LAYERLEVEL" val="1_1_1"/>
  <p:tag name="KSO_WM_TAG_VERSION" val="3.0"/>
  <p:tag name="KSO_WM_DIAGRAM_GROUP_CODE" val="n1-1"/>
  <p:tag name="KSO_WM_UNIT_TYPE" val="n_h_i"/>
  <p:tag name="KSO_WM_UNIT_INDEX" val="1_2_4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54.5869291338583,&quot;left&quot;:-0.44881889763779526,&quot;top&quot;:98.11307086614173,&quot;width&quot;:949.3150393700787}"/>
  <p:tag name="KSO_WM_DIAGRAM_COLOR_MATCH_VALUE" val="{&quot;shape&quot;:{&quot;fill&quot;:{&quot;gradient&quot;:[{&quot;brightness&quot;:0.4000000059604645,&quot;colorType&quot;:1,&quot;foreColorIndex&quot;:5,&quot;pos&quot;:1,&quot;transparency&quot;:0.5799999833106995},{&quot;brightness&quot;:0.800000011920929,&quot;colorType&quot;:1,&quot;foreColorIndex&quot;:5,&quot;pos&quot;:0.41999998688697815,&quot;transparency&quot;:1}],&quot;type&quot;:3},&quot;glow&quot;:{&quot;colorType&quot;:0},&quot;line&quot;:{&quot;gradient&quot;:[{&quot;brightness&quot;:0.5,&quot;colorType&quot;:1,&quot;foreColorIndex&quot;:5,&quot;pos&quot;:0.6499999761581421,&quot;transparency&quot;:0},{&quot;brightness&quot;:0.5,&quot;colorType&quot;:1,&quot;foreColorIndex&quot;:5,&quot;pos&quot;:0.38999998569488525,&quot;transparency&quot;:0},{&quot;brightness&quot;:0.4000000059604645,&quot;colorType&quot;:1,&quot;foreColorIndex&quot;:5,&quot;pos&quot;:1,&quot;transparency&quot;:0},{&quot;brightness&quot;:-0.20000000298023224,&quot;colorType&quot;:1,&quot;foreColorIndex&quot;:5,&quot;pos&quot;:0,&quot;transparency&quot;:0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UNIT_LINE_FORE_SCHEMECOLOR_INDEX" val="6"/>
  <p:tag name="KSO_WM_UNIT_TEXT_FILL_FORE_SCHEMECOLOR_INDEX" val="2"/>
  <p:tag name="KSO_WM_UNIT_TEXT_FILL_TYPE" val="1"/>
  <p:tag name="KSO_WM_UNIT_USESOURCEFORMAT_APPLY" val="1"/>
</p:tagLst>
</file>

<file path=ppt/tags/tag1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081_3*n_h_i*1_1_6"/>
  <p:tag name="KSO_WM_TEMPLATE_CATEGORY" val="diagram"/>
  <p:tag name="KSO_WM_TEMPLATE_INDEX" val="20231081"/>
  <p:tag name="KSO_WM_UNIT_LAYERLEVEL" val="1_1_1"/>
  <p:tag name="KSO_WM_TAG_VERSION" val="3.0"/>
  <p:tag name="KSO_WM_DIAGRAM_GROUP_CODE" val="n1-1"/>
  <p:tag name="KSO_WM_UNIT_TYPE" val="n_h_i"/>
  <p:tag name="KSO_WM_UNIT_INDEX" val="1_1_6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54.5869291338583,&quot;left&quot;:-0.44881889763779526,&quot;top&quot;:98.11307086614173,&quot;width&quot;:949.3150393700787}"/>
  <p:tag name="KSO_WM_DIAGRAM_COLOR_MATCH_VALUE" val="{&quot;shape&quot;:{&quot;fill&quot;:{&quot;gradient&quot;:[{&quot;brightness&quot;:-0.20000000298023224,&quot;colorType&quot;:1,&quot;foreColorIndex&quot;:5,&quot;pos&quot;:0.019999999552965164,&quot;transparency&quot;:0},{&quot;brightness&quot;:0.30000001192092896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UNIT_TEXT_FILL_FORE_SCHEMECOLOR_INDEX" val="2"/>
  <p:tag name="KSO_WM_UNIT_TEXT_FILL_TYPE" val="1"/>
  <p:tag name="KSO_WM_UNIT_USESOURCEFORMAT_APPLY" val="1"/>
</p:tagLst>
</file>

<file path=ppt/tags/tag1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081_3*n_h_i*1_1_5"/>
  <p:tag name="KSO_WM_TEMPLATE_CATEGORY" val="diagram"/>
  <p:tag name="KSO_WM_TEMPLATE_INDEX" val="20231081"/>
  <p:tag name="KSO_WM_UNIT_LAYERLEVEL" val="1_1_1"/>
  <p:tag name="KSO_WM_TAG_VERSION" val="3.0"/>
  <p:tag name="KSO_WM_DIAGRAM_GROUP_CODE" val="n1-1"/>
  <p:tag name="KSO_WM_UNIT_TYPE" val="n_h_i"/>
  <p:tag name="KSO_WM_UNIT_INDEX" val="1_1_5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54.5869291338583,&quot;left&quot;:-0.44881889763779526,&quot;top&quot;:98.11307086614173,&quot;width&quot;:949.3150393700787}"/>
  <p:tag name="KSO_WM_DIAGRAM_COLOR_MATCH_VALUE" val="{&quot;shape&quot;:{&quot;fill&quot;:{&quot;gradient&quot;:[{&quot;brightness&quot;:-0.20000000298023224,&quot;colorType&quot;:1,&quot;foreColorIndex&quot;:5,&quot;pos&quot;:0.019999999552965164,&quot;transparency&quot;:0},{&quot;brightness&quot;:0.30000001192092896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UNIT_TEXT_FILL_FORE_SCHEMECOLOR_INDEX" val="2"/>
  <p:tag name="KSO_WM_UNIT_TEXT_FILL_TYPE" val="1"/>
  <p:tag name="KSO_WM_UNIT_USESOURCEFORMAT_APPLY" val="1"/>
</p:tagLst>
</file>

<file path=ppt/tags/tag1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081_3*n_h_i*1_1_1"/>
  <p:tag name="KSO_WM_TEMPLATE_CATEGORY" val="diagram"/>
  <p:tag name="KSO_WM_TEMPLATE_INDEX" val="20231081"/>
  <p:tag name="KSO_WM_UNIT_LAYERLEVEL" val="1_1_1"/>
  <p:tag name="KSO_WM_TAG_VERSION" val="3.0"/>
  <p:tag name="KSO_WM_DIAGRAM_GROUP_CODE" val="n1-1"/>
  <p:tag name="KSO_WM_UNIT_TYPE" val="n_h_i"/>
  <p:tag name="KSO_WM_UNIT_INDEX" val="1_1_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54.5869291338583,&quot;left&quot;:-0.44881889763779526,&quot;top&quot;:98.11307086614173,&quot;width&quot;:949.3150393700787}"/>
  <p:tag name="KSO_WM_DIAGRAM_COLOR_MATCH_VALUE" val="{&quot;shape&quot;:{&quot;fill&quot;:{&quot;gradient&quot;:[{&quot;brightness&quot;:0,&quot;colorType&quot;:1,&quot;foreColorIndex&quot;:5,&quot;pos&quot;:0,&quot;transparency&quot;:0.8100000023841858},{&quot;brightness&quot;:0,&quot;colorType&quot;:2,&quot;pos&quot;:1,&quot;rgb&quot;:&quot;#f2f2f2&quot;,&quot;transparency&quot;:1},{&quot;brightness&quot;:0,&quot;colorType&quot;:1,&quot;foreColorIndex&quot;:5,&quot;pos&quot;:0.4699999988079071,&quot;transparency&quot;:0.7599999904632568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UNIT_TEXT_FILL_FORE_SCHEMECOLOR_INDEX" val="2"/>
  <p:tag name="KSO_WM_UNIT_TEXT_FILL_TYPE" val="1"/>
  <p:tag name="KSO_WM_UNIT_USESOURCEFORMAT_APPLY" val="1"/>
</p:tagLst>
</file>

<file path=ppt/tags/tag1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081_3*n_h_h_i*1_2_1_3"/>
  <p:tag name="KSO_WM_TEMPLATE_CATEGORY" val="diagram"/>
  <p:tag name="KSO_WM_TEMPLATE_INDEX" val="20231081"/>
  <p:tag name="KSO_WM_UNIT_LAYERLEVEL" val="1_1_1_1"/>
  <p:tag name="KSO_WM_TAG_VERSION" val="3.0"/>
  <p:tag name="KSO_WM_DIAGRAM_GROUP_CODE" val="n1-1"/>
  <p:tag name="KSO_WM_UNIT_TYPE" val="n_h_h_i"/>
  <p:tag name="KSO_WM_UNIT_INDEX" val="1_2_1_3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54.5869291338583,&quot;left&quot;:-0.44881889763779526,&quot;top&quot;:98.11307086614173,&quot;width&quot;:949.3150393700787}"/>
  <p:tag name="KSO_WM_DIAGRAM_COLOR_MATCH_VALUE" val="{&quot;shape&quot;:{&quot;fill&quot;:{&quot;gradient&quot;:[{&quot;brightness&quot;:0,&quot;colorType&quot;:1,&quot;foreColorIndex&quot;:5,&quot;pos&quot;:0,&quot;transparency&quot;:0},{&quot;brightness&quot;:0.20000000298023224,&quot;colorType&quot;:1,&quot;foreColorIndex&quot;:5,&quot;pos&quot;:1,&quot;transparency&quot;:0}],&quot;type&quot;:3},&quot;glow&quot;:{&quot;colorType&quot;:0},&quot;line&quot;:{&quot;type&quot;:0},&quot;shadow&quot;:{&quot;brightness&quot;:0,&quot;colorType&quot;:1,&quot;foreColorIndex&quot;:5,&quot;transparency&quot;:0.85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UNIT_SHADOW_SCHEMECOLOR_INDEX" val="5"/>
  <p:tag name="KSO_WM_UNIT_TEXT_FILL_FORE_SCHEMECOLOR_INDEX" val="2"/>
  <p:tag name="KSO_WM_UNIT_TEXT_FILL_TYPE" val="1"/>
  <p:tag name="KSO_WM_UNIT_USESOURCEFORMAT_APPLY" val="1"/>
</p:tagLst>
</file>

<file path=ppt/tags/tag1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081_3*n_h_h_i*1_2_3_3"/>
  <p:tag name="KSO_WM_TEMPLATE_CATEGORY" val="diagram"/>
  <p:tag name="KSO_WM_TEMPLATE_INDEX" val="20231081"/>
  <p:tag name="KSO_WM_UNIT_LAYERLEVEL" val="1_1_1_1"/>
  <p:tag name="KSO_WM_TAG_VERSION" val="3.0"/>
  <p:tag name="KSO_WM_DIAGRAM_GROUP_CODE" val="n1-1"/>
  <p:tag name="KSO_WM_UNIT_TYPE" val="n_h_h_i"/>
  <p:tag name="KSO_WM_UNIT_INDEX" val="1_2_3_3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54.5869291338583,&quot;left&quot;:-0.44881889763779526,&quot;top&quot;:98.11307086614173,&quot;width&quot;:949.3150393700787}"/>
  <p:tag name="KSO_WM_DIAGRAM_COLOR_MATCH_VALUE" val="{&quot;shape&quot;:{&quot;fill&quot;:{&quot;gradient&quot;:[{&quot;brightness&quot;:0,&quot;colorType&quot;:1,&quot;foreColorIndex&quot;:5,&quot;pos&quot;:0,&quot;transparency&quot;:0},{&quot;brightness&quot;:0.20000000298023224,&quot;colorType&quot;:1,&quot;foreColorIndex&quot;:5,&quot;pos&quot;:1,&quot;transparency&quot;:0}],&quot;type&quot;:3},&quot;glow&quot;:{&quot;colorType&quot;:0},&quot;line&quot;:{&quot;type&quot;:0},&quot;shadow&quot;:{&quot;brightness&quot;:0,&quot;colorType&quot;:1,&quot;foreColorIndex&quot;:5,&quot;transparency&quot;:0.85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UNIT_SHADOW_SCHEMECOLOR_INDEX" val="7"/>
  <p:tag name="KSO_WM_UNIT_TEXT_FILL_FORE_SCHEMECOLOR_INDEX" val="2"/>
  <p:tag name="KSO_WM_UNIT_TEXT_FILL_TYPE" val="1"/>
  <p:tag name="KSO_WM_UNIT_USESOURCEFORMAT_APPLY" val="1"/>
</p:tagLst>
</file>

<file path=ppt/tags/tag1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081_3*n_h_h_i*1_2_2_3"/>
  <p:tag name="KSO_WM_TEMPLATE_CATEGORY" val="diagram"/>
  <p:tag name="KSO_WM_TEMPLATE_INDEX" val="20231081"/>
  <p:tag name="KSO_WM_UNIT_LAYERLEVEL" val="1_1_1_1"/>
  <p:tag name="KSO_WM_TAG_VERSION" val="3.0"/>
  <p:tag name="KSO_WM_DIAGRAM_GROUP_CODE" val="n1-1"/>
  <p:tag name="KSO_WM_UNIT_TYPE" val="n_h_h_i"/>
  <p:tag name="KSO_WM_UNIT_INDEX" val="1_2_2_3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54.5869291338583,&quot;left&quot;:-0.44881889763779526,&quot;top&quot;:98.11307086614173,&quot;width&quot;:949.3150393700787}"/>
  <p:tag name="KSO_WM_DIAGRAM_COLOR_MATCH_VALUE" val="{&quot;shape&quot;:{&quot;fill&quot;:{&quot;gradient&quot;:[{&quot;brightness&quot;:0,&quot;colorType&quot;:1,&quot;foreColorIndex&quot;:5,&quot;pos&quot;:0,&quot;transparency&quot;:0},{&quot;brightness&quot;:0.20000000298023224,&quot;colorType&quot;:1,&quot;foreColorIndex&quot;:5,&quot;pos&quot;:1,&quot;transparency&quot;:0}],&quot;type&quot;:3},&quot;glow&quot;:{&quot;colorType&quot;:0},&quot;line&quot;:{&quot;type&quot;:0},&quot;shadow&quot;:{&quot;brightness&quot;:0,&quot;colorType&quot;:1,&quot;foreColorIndex&quot;:5,&quot;transparency&quot;:0.85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UNIT_SHADOW_SCHEMECOLOR_INDEX" val="6"/>
  <p:tag name="KSO_WM_UNIT_TEXT_FILL_FORE_SCHEMECOLOR_INDEX" val="2"/>
  <p:tag name="KSO_WM_UNIT_TEXT_FILL_TYPE" val="1"/>
  <p:tag name="KSO_WM_UNIT_USESOURCEFORMAT_APPLY" val="1"/>
</p:tagLst>
</file>

<file path=ppt/tags/tag1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081_3*n_h_h_i*1_2_4_3"/>
  <p:tag name="KSO_WM_TEMPLATE_CATEGORY" val="diagram"/>
  <p:tag name="KSO_WM_TEMPLATE_INDEX" val="20231081"/>
  <p:tag name="KSO_WM_UNIT_LAYERLEVEL" val="1_1_1_1"/>
  <p:tag name="KSO_WM_TAG_VERSION" val="3.0"/>
  <p:tag name="KSO_WM_DIAGRAM_GROUP_CODE" val="n1-1"/>
  <p:tag name="KSO_WM_UNIT_TYPE" val="n_h_h_i"/>
  <p:tag name="KSO_WM_UNIT_INDEX" val="1_2_4_3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54.5869291338583,&quot;left&quot;:-0.44881889763779526,&quot;top&quot;:98.11307086614173,&quot;width&quot;:949.3150393700787}"/>
  <p:tag name="KSO_WM_DIAGRAM_COLOR_MATCH_VALUE" val="{&quot;shape&quot;:{&quot;fill&quot;:{&quot;gradient&quot;:[{&quot;brightness&quot;:0,&quot;colorType&quot;:1,&quot;foreColorIndex&quot;:5,&quot;pos&quot;:0,&quot;transparency&quot;:0},{&quot;brightness&quot;:0.20000000298023224,&quot;colorType&quot;:1,&quot;foreColorIndex&quot;:5,&quot;pos&quot;:1,&quot;transparency&quot;:0}],&quot;type&quot;:3},&quot;glow&quot;:{&quot;colorType&quot;:0},&quot;line&quot;:{&quot;type&quot;:0},&quot;shadow&quot;:{&quot;brightness&quot;:0,&quot;colorType&quot;:1,&quot;foreColorIndex&quot;:5,&quot;transparency&quot;:0.85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UNIT_SHADOW_SCHEMECOLOR_INDEX" val="8"/>
  <p:tag name="KSO_WM_UNIT_TEXT_FILL_FORE_SCHEMECOLOR_INDEX" val="2"/>
  <p:tag name="KSO_WM_UNIT_TEXT_FILL_TYPE" val="1"/>
  <p:tag name="KSO_WM_UNIT_USESOURCEFORMAT_APPLY" val="1"/>
</p:tagLst>
</file>

<file path=ppt/tags/tag141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n_h_h_a"/>
  <p:tag name="KSO_WM_UNIT_INDEX" val="1_2_3_1"/>
  <p:tag name="KSO_WM_UNIT_ID" val="diagram20231081_3*n_h_h_a*1_2_3_1"/>
  <p:tag name="KSO_WM_TEMPLATE_CATEGORY" val="diagram"/>
  <p:tag name="KSO_WM_TEMPLATE_INDEX" val="20231081"/>
  <p:tag name="KSO_WM_UNIT_LAYERLEVEL" val="1_1_1_1"/>
  <p:tag name="KSO_WM_TAG_VERSION" val="3.0"/>
  <p:tag name="KSO_WM_DIAGRAM_GROUP_CODE" val="n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54.5869291338583,&quot;left&quot;:-0.44881889763779526,&quot;top&quot;:98.11307086614173,&quot;width&quot;:949.3150393700787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BEAUTIFY_FLAG" val="#wm#"/>
  <p:tag name="KSO_WM_UNIT_PRESET_TEXT" val="添加项标题"/>
  <p:tag name="KSO_WM_UNIT_TEXT_FILL_FORE_SCHEMECOLOR_INDEX" val="1"/>
  <p:tag name="KSO_WM_UNIT_TEXT_FILL_TYPE" val="1"/>
  <p:tag name="KSO_WM_UNIT_USESOURCEFORMAT_APPLY" val="1"/>
</p:tagLst>
</file>

<file path=ppt/tags/tag142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n_h_h_f"/>
  <p:tag name="KSO_WM_UNIT_INDEX" val="1_2_3_1"/>
  <p:tag name="KSO_WM_UNIT_ID" val="diagram20231081_3*n_h_h_f*1_2_3_1"/>
  <p:tag name="KSO_WM_TEMPLATE_CATEGORY" val="diagram"/>
  <p:tag name="KSO_WM_TEMPLATE_INDEX" val="20231081"/>
  <p:tag name="KSO_WM_UNIT_LAYERLEVEL" val="1_1_1_1"/>
  <p:tag name="KSO_WM_TAG_VERSION" val="3.0"/>
  <p:tag name="KSO_WM_DIAGRAM_GROUP_CODE" val="n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54.5869291338583,&quot;left&quot;:-0.44881889763779526,&quot;top&quot;:98.11307086614173,&quot;width&quot;:949.3150393700787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UNIT_PRESET_TEXT" val="单击此处输入你的智能图&#10;形项正文"/>
  <p:tag name="KSO_WM_UNIT_TEXT_FILL_FORE_SCHEMECOLOR_INDEX" val="1"/>
  <p:tag name="KSO_WM_UNIT_TEXT_FILL_TYPE" val="1"/>
  <p:tag name="KSO_WM_UNIT_USESOURCEFORMAT_APPLY" val="1"/>
</p:tagLst>
</file>

<file path=ppt/tags/tag14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n_h_h_a"/>
  <p:tag name="KSO_WM_UNIT_INDEX" val="1_2_1_1"/>
  <p:tag name="KSO_WM_UNIT_ID" val="diagram20231081_3*n_h_h_a*1_2_1_1"/>
  <p:tag name="KSO_WM_TEMPLATE_CATEGORY" val="diagram"/>
  <p:tag name="KSO_WM_TEMPLATE_INDEX" val="20231081"/>
  <p:tag name="KSO_WM_UNIT_LAYERLEVEL" val="1_1_1_1"/>
  <p:tag name="KSO_WM_TAG_VERSION" val="3.0"/>
  <p:tag name="KSO_WM_DIAGRAM_GROUP_CODE" val="n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54.5869291338583,&quot;left&quot;:-0.44881889763779526,&quot;top&quot;:98.11307086614173,&quot;width&quot;:949.3150393700787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BEAUTIFY_FLAG" val="#wm#"/>
  <p:tag name="KSO_WM_UNIT_PRESET_TEXT" val="添加项标题"/>
  <p:tag name="KSO_WM_UNIT_TEXT_FILL_FORE_SCHEMECOLOR_INDEX" val="1"/>
  <p:tag name="KSO_WM_UNIT_TEXT_FILL_TYPE" val="1"/>
  <p:tag name="KSO_WM_UNIT_USESOURCEFORMAT_APPLY" val="1"/>
</p:tagLst>
</file>

<file path=ppt/tags/tag144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n_h_h_f"/>
  <p:tag name="KSO_WM_UNIT_INDEX" val="1_2_1_1"/>
  <p:tag name="KSO_WM_UNIT_ID" val="diagram20231081_3*n_h_h_f*1_2_1_1"/>
  <p:tag name="KSO_WM_TEMPLATE_CATEGORY" val="diagram"/>
  <p:tag name="KSO_WM_TEMPLATE_INDEX" val="20231081"/>
  <p:tag name="KSO_WM_UNIT_LAYERLEVEL" val="1_1_1_1"/>
  <p:tag name="KSO_WM_TAG_VERSION" val="3.0"/>
  <p:tag name="KSO_WM_DIAGRAM_GROUP_CODE" val="n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54.5869291338583,&quot;left&quot;:-0.44881889763779526,&quot;top&quot;:98.11307086614173,&quot;width&quot;:949.3150393700787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UNIT_PRESET_TEXT" val="单击此处输入你的智能图&#10;形项正文内容"/>
  <p:tag name="KSO_WM_UNIT_TEXT_FILL_FORE_SCHEMECOLOR_INDEX" val="1"/>
  <p:tag name="KSO_WM_UNIT_TEXT_FILL_TYPE" val="1"/>
  <p:tag name="KSO_WM_UNIT_USESOURCEFORMAT_APPLY" val="1"/>
</p:tagLst>
</file>

<file path=ppt/tags/tag14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n_h_h_a"/>
  <p:tag name="KSO_WM_UNIT_INDEX" val="1_2_4_1"/>
  <p:tag name="KSO_WM_UNIT_ID" val="diagram20231081_3*n_h_h_a*1_2_4_1"/>
  <p:tag name="KSO_WM_TEMPLATE_CATEGORY" val="diagram"/>
  <p:tag name="KSO_WM_TEMPLATE_INDEX" val="20231081"/>
  <p:tag name="KSO_WM_UNIT_LAYERLEVEL" val="1_1_1_1"/>
  <p:tag name="KSO_WM_TAG_VERSION" val="3.0"/>
  <p:tag name="KSO_WM_DIAGRAM_GROUP_CODE" val="n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54.5869291338583,&quot;left&quot;:-0.44881889763779526,&quot;top&quot;:98.11307086614173,&quot;width&quot;:949.3150393700787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BEAUTIFY_FLAG" val="#wm#"/>
  <p:tag name="KSO_WM_UNIT_PRESET_TEXT" val="添加项标题"/>
  <p:tag name="KSO_WM_UNIT_TEXT_FILL_FORE_SCHEMECOLOR_INDEX" val="1"/>
  <p:tag name="KSO_WM_UNIT_TEXT_FILL_TYPE" val="1"/>
  <p:tag name="KSO_WM_UNIT_USESOURCEFORMAT_APPLY" val="1"/>
</p:tagLst>
</file>

<file path=ppt/tags/tag146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n_h_h_f"/>
  <p:tag name="KSO_WM_UNIT_INDEX" val="1_2_4_1"/>
  <p:tag name="KSO_WM_UNIT_ID" val="diagram20231081_3*n_h_h_f*1_2_4_1"/>
  <p:tag name="KSO_WM_TEMPLATE_CATEGORY" val="diagram"/>
  <p:tag name="KSO_WM_TEMPLATE_INDEX" val="20231081"/>
  <p:tag name="KSO_WM_UNIT_LAYERLEVEL" val="1_1_1_1"/>
  <p:tag name="KSO_WM_TAG_VERSION" val="3.0"/>
  <p:tag name="KSO_WM_DIAGRAM_GROUP_CODE" val="n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54.5869291338583,&quot;left&quot;:-0.44881889763779526,&quot;top&quot;:98.11307086614173,&quot;width&quot;:949.3150393700787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UNIT_PRESET_TEXT" val="单击此处输入你的智能图&#10;形项正文内容"/>
  <p:tag name="KSO_WM_UNIT_TEXT_FILL_FORE_SCHEMECOLOR_INDEX" val="1"/>
  <p:tag name="KSO_WM_UNIT_TEXT_FILL_TYPE" val="1"/>
  <p:tag name="KSO_WM_UNIT_USESOURCEFORMAT_APPLY" val="1"/>
</p:tagLst>
</file>

<file path=ppt/tags/tag1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081_3*n_h_a*1_1_1"/>
  <p:tag name="KSO_WM_TEMPLATE_CATEGORY" val="diagram"/>
  <p:tag name="KSO_WM_TEMPLATE_INDEX" val="20231081"/>
  <p:tag name="KSO_WM_UNIT_LAYERLEVEL" val="1_1_1"/>
  <p:tag name="KSO_WM_TAG_VERSION" val="3.0"/>
  <p:tag name="KSO_WM_UNIT_ISCONTENTSTITLE" val="0"/>
  <p:tag name="KSO_WM_UNIT_ISNUMDGMTITLE" val="0"/>
  <p:tag name="KSO_WM_UNIT_NOCLEAR" val="0"/>
  <p:tag name="KSO_WM_UNIT_VALUE" val="10"/>
  <p:tag name="KSO_WM_DIAGRAM_GROUP_CODE" val="n1-1"/>
  <p:tag name="KSO_WM_UNIT_TYPE" val="n_h_a"/>
  <p:tag name="KSO_WM_UNIT_INDEX" val="1_1_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54.5869291338583,&quot;left&quot;:-0.44881889763779526,&quot;top&quot;:98.11307086614173,&quot;width&quot;:949.3150393700787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TYPE" val="1"/>
  <p:tag name="KSO_WM_UNIT_TEXT_TYPE" val="1"/>
  <p:tag name="KSO_WM_BEAUTIFY_FLAG" val="#wm#"/>
  <p:tag name="KSO_WM_UNIT_PRESET_TEXT" val="单击此处加&#10;标题内容"/>
  <p:tag name="KSO_WM_UNIT_USESOURCEFORMAT_APPLY" val="1"/>
</p:tagLst>
</file>

<file path=ppt/tags/tag148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n_h_h_a"/>
  <p:tag name="KSO_WM_UNIT_INDEX" val="1_2_2_1"/>
  <p:tag name="KSO_WM_UNIT_ID" val="diagram20231081_3*n_h_h_a*1_2_2_1"/>
  <p:tag name="KSO_WM_TEMPLATE_CATEGORY" val="diagram"/>
  <p:tag name="KSO_WM_TEMPLATE_INDEX" val="20231081"/>
  <p:tag name="KSO_WM_UNIT_LAYERLEVEL" val="1_1_1_1"/>
  <p:tag name="KSO_WM_TAG_VERSION" val="3.0"/>
  <p:tag name="KSO_WM_DIAGRAM_GROUP_CODE" val="n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54.5869291338583,&quot;left&quot;:-0.44881889763779526,&quot;top&quot;:98.11307086614173,&quot;width&quot;:949.3150393700787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BEAUTIFY_FLAG" val="#wm#"/>
  <p:tag name="KSO_WM_UNIT_PRESET_TEXT" val="添加项标题"/>
  <p:tag name="KSO_WM_UNIT_TEXT_FILL_FORE_SCHEMECOLOR_INDEX" val="1"/>
  <p:tag name="KSO_WM_UNIT_TEXT_FILL_TYPE" val="1"/>
  <p:tag name="KSO_WM_UNIT_USESOURCEFORMAT_APPLY" val="1"/>
</p:tagLst>
</file>

<file path=ppt/tags/tag149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n_h_h_f"/>
  <p:tag name="KSO_WM_UNIT_INDEX" val="1_2_2_1"/>
  <p:tag name="KSO_WM_UNIT_ID" val="diagram20231081_3*n_h_h_f*1_2_2_1"/>
  <p:tag name="KSO_WM_TEMPLATE_CATEGORY" val="diagram"/>
  <p:tag name="KSO_WM_TEMPLATE_INDEX" val="20231081"/>
  <p:tag name="KSO_WM_UNIT_LAYERLEVEL" val="1_1_1_1"/>
  <p:tag name="KSO_WM_TAG_VERSION" val="3.0"/>
  <p:tag name="KSO_WM_DIAGRAM_GROUP_CODE" val="n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54.5869291338583,&quot;left&quot;:-0.44881889763779526,&quot;top&quot;:98.11307086614173,&quot;width&quot;:949.3150393700787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UNIT_PRESET_TEXT" val="单击此处输入你的智能图&#10;形项正文"/>
  <p:tag name="KSO_WM_UNIT_TEXT_FILL_FORE_SCHEMECOLOR_INDEX" val="1"/>
  <p:tag name="KSO_WM_UNIT_TEXT_FILL_TYPE" val="1"/>
  <p:tag name="KSO_WM_UNIT_USESOURCEFORMAT_APPLY" val="1"/>
</p:tagLst>
</file>

<file path=ppt/tags/tag1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081_3*n_h_h_i*1_2_3_2"/>
  <p:tag name="KSO_WM_TEMPLATE_CATEGORY" val="diagram"/>
  <p:tag name="KSO_WM_TEMPLATE_INDEX" val="20231081"/>
  <p:tag name="KSO_WM_UNIT_LAYERLEVEL" val="1_1_1_1"/>
  <p:tag name="KSO_WM_TAG_VERSION" val="3.0"/>
  <p:tag name="KSO_WM_DIAGRAM_GROUP_CODE" val="n1-1"/>
  <p:tag name="KSO_WM_UNIT_TYPE" val="n_h_h_i"/>
  <p:tag name="KSO_WM_UNIT_INDEX" val="1_2_3_2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54.5869291338583,&quot;left&quot;:-0.44881889763779526,&quot;top&quot;:98.11307086614173,&quot;width&quot;:949.3150393700787}"/>
  <p:tag name="KSO_WM_DIAGRAM_COLOR_MATCH_VALUE" val="{&quot;shape&quot;:{&quot;fill&quot;:{&quot;type&quot;:0},&quot;glow&quot;:{&quot;colorType&quot;:0},&quot;line&quot;:{&quot;solidLine&quot;:{&quot;brightness&quot;:0.4000000059604645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LINE_FORE_SCHEMECOLOR_INDEX" val="7"/>
  <p:tag name="KSO_WM_UNIT_LINE_FILL_TYPE" val="2"/>
  <p:tag name="KSO_WM_UNIT_TEXT_FILL_FORE_SCHEMECOLOR_INDEX" val="2"/>
  <p:tag name="KSO_WM_UNIT_TEXT_FILL_TYPE" val="1"/>
  <p:tag name="KSO_WM_UNIT_USESOURCEFORMAT_APPLY" val="1"/>
</p:tagLst>
</file>

<file path=ppt/tags/tag1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081_3*n_h_h_i*1_2_3_1"/>
  <p:tag name="KSO_WM_TEMPLATE_CATEGORY" val="diagram"/>
  <p:tag name="KSO_WM_TEMPLATE_INDEX" val="20231081"/>
  <p:tag name="KSO_WM_UNIT_LAYERLEVEL" val="1_1_1_1"/>
  <p:tag name="KSO_WM_TAG_VERSION" val="3.0"/>
  <p:tag name="KSO_WM_DIAGRAM_GROUP_CODE" val="n1-1"/>
  <p:tag name="KSO_WM_UNIT_TYPE" val="n_h_h_i"/>
  <p:tag name="KSO_WM_UNIT_INDEX" val="1_2_3_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54.5869291338583,&quot;left&quot;:-0.44881889763779526,&quot;top&quot;:98.11307086614173,&quot;width&quot;:949.3150393700787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1"/>
  <p:tag name="KSO_WM_UNIT_FILL_FORE_SCHEMECOLOR_INDEX" val="5"/>
  <p:tag name="KSO_WM_UNIT_FILL_FORE_SCHEMECOLOR_INDEX_BRIGHTNESS" val="0"/>
  <p:tag name="KSO_WM_UNIT_TEXT_FILL_FORE_SCHEMECOLOR_INDEX" val="2"/>
  <p:tag name="KSO_WM_UNIT_TEXT_FILL_TYPE" val="1"/>
  <p:tag name="KSO_WM_UNIT_USESOURCEFORMAT_APPLY" val="1"/>
</p:tagLst>
</file>

<file path=ppt/tags/tag1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081_3*n_h_h_i*1_2_1_2"/>
  <p:tag name="KSO_WM_TEMPLATE_CATEGORY" val="diagram"/>
  <p:tag name="KSO_WM_TEMPLATE_INDEX" val="20231081"/>
  <p:tag name="KSO_WM_UNIT_LAYERLEVEL" val="1_1_1_1"/>
  <p:tag name="KSO_WM_TAG_VERSION" val="3.0"/>
  <p:tag name="KSO_WM_DIAGRAM_GROUP_CODE" val="n1-1"/>
  <p:tag name="KSO_WM_UNIT_TYPE" val="n_h_h_i"/>
  <p:tag name="KSO_WM_UNIT_INDEX" val="1_2_1_2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54.5869291338583,&quot;left&quot;:-0.44881889763779526,&quot;top&quot;:98.11307086614173,&quot;width&quot;:949.3150393700787}"/>
  <p:tag name="KSO_WM_DIAGRAM_COLOR_MATCH_VALUE" val="{&quot;shape&quot;:{&quot;fill&quot;:{&quot;type&quot;:0},&quot;glow&quot;:{&quot;colorType&quot;:0},&quot;line&quot;:{&quot;solidLine&quot;:{&quot;brightness&quot;:0.4000000059604645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LINE_FORE_SCHEMECOLOR_INDEX" val="5"/>
  <p:tag name="KSO_WM_UNIT_LINE_FILL_TYPE" val="2"/>
  <p:tag name="KSO_WM_UNIT_TEXT_FILL_FORE_SCHEMECOLOR_INDEX" val="2"/>
  <p:tag name="KSO_WM_UNIT_TEXT_FILL_TYPE" val="1"/>
  <p:tag name="KSO_WM_UNIT_USESOURCEFORMAT_APPLY" val="1"/>
</p:tagLst>
</file>

<file path=ppt/tags/tag1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081_3*n_h_h_i*1_2_1_1"/>
  <p:tag name="KSO_WM_TEMPLATE_CATEGORY" val="diagram"/>
  <p:tag name="KSO_WM_TEMPLATE_INDEX" val="20231081"/>
  <p:tag name="KSO_WM_UNIT_LAYERLEVEL" val="1_1_1_1"/>
  <p:tag name="KSO_WM_TAG_VERSION" val="3.0"/>
  <p:tag name="KSO_WM_DIAGRAM_GROUP_CODE" val="n1-1"/>
  <p:tag name="KSO_WM_UNIT_TYPE" val="n_h_h_i"/>
  <p:tag name="KSO_WM_UNIT_INDEX" val="1_2_1_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54.5869291338583,&quot;left&quot;:-0.44881889763779526,&quot;top&quot;:98.11307086614173,&quot;width&quot;:949.3150393700787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1"/>
  <p:tag name="KSO_WM_UNIT_FILL_FORE_SCHEMECOLOR_INDEX" val="5"/>
  <p:tag name="KSO_WM_UNIT_FILL_FORE_SCHEMECOLOR_INDEX_BRIGHTNESS" val="0"/>
  <p:tag name="KSO_WM_UNIT_TEXT_FILL_FORE_SCHEMECOLOR_INDEX" val="2"/>
  <p:tag name="KSO_WM_UNIT_TEXT_FILL_TYPE" val="1"/>
  <p:tag name="KSO_WM_UNIT_USESOURCEFORMAT_APPLY" val="1"/>
</p:tagLst>
</file>

<file path=ppt/tags/tag1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081_3*n_h_h_i*1_2_4_2"/>
  <p:tag name="KSO_WM_TEMPLATE_CATEGORY" val="diagram"/>
  <p:tag name="KSO_WM_TEMPLATE_INDEX" val="20231081"/>
  <p:tag name="KSO_WM_UNIT_LAYERLEVEL" val="1_1_1_1"/>
  <p:tag name="KSO_WM_TAG_VERSION" val="3.0"/>
  <p:tag name="KSO_WM_DIAGRAM_GROUP_CODE" val="n1-1"/>
  <p:tag name="KSO_WM_UNIT_TYPE" val="n_h_h_i"/>
  <p:tag name="KSO_WM_UNIT_INDEX" val="1_2_4_2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54.5869291338583,&quot;left&quot;:-0.44881889763779526,&quot;top&quot;:98.11307086614173,&quot;width&quot;:949.3150393700787}"/>
  <p:tag name="KSO_WM_DIAGRAM_COLOR_MATCH_VALUE" val="{&quot;shape&quot;:{&quot;fill&quot;:{&quot;type&quot;:0},&quot;glow&quot;:{&quot;colorType&quot;:0},&quot;line&quot;:{&quot;solidLine&quot;:{&quot;brightness&quot;:0.4000000059604645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LINE_FORE_SCHEMECOLOR_INDEX" val="8"/>
  <p:tag name="KSO_WM_UNIT_LINE_FILL_TYPE" val="2"/>
  <p:tag name="KSO_WM_UNIT_TEXT_FILL_FORE_SCHEMECOLOR_INDEX" val="2"/>
  <p:tag name="KSO_WM_UNIT_TEXT_FILL_TYPE" val="1"/>
  <p:tag name="KSO_WM_UNIT_USESOURCEFORMAT_APPLY" val="1"/>
</p:tagLst>
</file>

<file path=ppt/tags/tag1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081_3*n_h_h_i*1_2_4_1"/>
  <p:tag name="KSO_WM_TEMPLATE_CATEGORY" val="diagram"/>
  <p:tag name="KSO_WM_TEMPLATE_INDEX" val="20231081"/>
  <p:tag name="KSO_WM_UNIT_LAYERLEVEL" val="1_1_1_1"/>
  <p:tag name="KSO_WM_TAG_VERSION" val="3.0"/>
  <p:tag name="KSO_WM_DIAGRAM_GROUP_CODE" val="n1-1"/>
  <p:tag name="KSO_WM_UNIT_TYPE" val="n_h_h_i"/>
  <p:tag name="KSO_WM_UNIT_INDEX" val="1_2_4_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54.5869291338583,&quot;left&quot;:-0.44881889763779526,&quot;top&quot;:98.11307086614173,&quot;width&quot;:949.3150393700787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1"/>
  <p:tag name="KSO_WM_UNIT_FILL_FORE_SCHEMECOLOR_INDEX" val="5"/>
  <p:tag name="KSO_WM_UNIT_FILL_FORE_SCHEMECOLOR_INDEX_BRIGHTNESS" val="0"/>
  <p:tag name="KSO_WM_UNIT_TEXT_FILL_FORE_SCHEMECOLOR_INDEX" val="2"/>
  <p:tag name="KSO_WM_UNIT_TEXT_FILL_TYPE" val="1"/>
  <p:tag name="KSO_WM_UNIT_USESOURCEFORMAT_APPLY" val="1"/>
</p:tagLst>
</file>

<file path=ppt/tags/tag1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081_3*n_h_h_i*1_2_2_2"/>
  <p:tag name="KSO_WM_TEMPLATE_CATEGORY" val="diagram"/>
  <p:tag name="KSO_WM_TEMPLATE_INDEX" val="20231081"/>
  <p:tag name="KSO_WM_UNIT_LAYERLEVEL" val="1_1_1_1"/>
  <p:tag name="KSO_WM_TAG_VERSION" val="3.0"/>
  <p:tag name="KSO_WM_DIAGRAM_GROUP_CODE" val="n1-1"/>
  <p:tag name="KSO_WM_UNIT_TYPE" val="n_h_h_i"/>
  <p:tag name="KSO_WM_UNIT_INDEX" val="1_2_2_2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54.5869291338583,&quot;left&quot;:-0.44881889763779526,&quot;top&quot;:98.11307086614173,&quot;width&quot;:949.3150393700787}"/>
  <p:tag name="KSO_WM_DIAGRAM_COLOR_MATCH_VALUE" val="{&quot;shape&quot;:{&quot;fill&quot;:{&quot;type&quot;:0},&quot;glow&quot;:{&quot;colorType&quot;:0},&quot;line&quot;:{&quot;solidLine&quot;:{&quot;brightness&quot;:0.4000000059604645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LINE_FORE_SCHEMECOLOR_INDEX" val="6"/>
  <p:tag name="KSO_WM_UNIT_LINE_FILL_TYPE" val="2"/>
  <p:tag name="KSO_WM_UNIT_TEXT_FILL_FORE_SCHEMECOLOR_INDEX" val="2"/>
  <p:tag name="KSO_WM_UNIT_TEXT_FILL_TYPE" val="1"/>
  <p:tag name="KSO_WM_UNIT_USESOURCEFORMAT_APPLY" val="1"/>
</p:tagLst>
</file>

<file path=ppt/tags/tag1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081_3*n_h_h_i*1_2_2_1"/>
  <p:tag name="KSO_WM_TEMPLATE_CATEGORY" val="diagram"/>
  <p:tag name="KSO_WM_TEMPLATE_INDEX" val="20231081"/>
  <p:tag name="KSO_WM_UNIT_LAYERLEVEL" val="1_1_1_1"/>
  <p:tag name="KSO_WM_TAG_VERSION" val="3.0"/>
  <p:tag name="KSO_WM_DIAGRAM_GROUP_CODE" val="n1-1"/>
  <p:tag name="KSO_WM_UNIT_TYPE" val="n_h_h_i"/>
  <p:tag name="KSO_WM_UNIT_INDEX" val="1_2_2_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54.5869291338583,&quot;left&quot;:-0.44881889763779526,&quot;top&quot;:98.11307086614173,&quot;width&quot;:949.3150393700787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1"/>
  <p:tag name="KSO_WM_UNIT_FILL_FORE_SCHEMECOLOR_INDEX" val="5"/>
  <p:tag name="KSO_WM_UNIT_FILL_FORE_SCHEMECOLOR_INDEX_BRIGHTNESS" val="0"/>
  <p:tag name="KSO_WM_UNIT_TEXT_FILL_FORE_SCHEMECOLOR_INDEX" val="2"/>
  <p:tag name="KSO_WM_UNIT_TEXT_FILL_TYPE" val="1"/>
  <p:tag name="KSO_WM_UNIT_USESOURCEFORMAT_APPLY" val="1"/>
</p:tagLst>
</file>

<file path=ppt/tags/tag1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081_3*n_h_h_x*1_2_1_1"/>
  <p:tag name="KSO_WM_TEMPLATE_CATEGORY" val="diagram"/>
  <p:tag name="KSO_WM_TEMPLATE_INDEX" val="20231081"/>
  <p:tag name="KSO_WM_UNIT_LAYERLEVEL" val="1_1_1_1"/>
  <p:tag name="KSO_WM_TAG_VERSION" val="3.0"/>
  <p:tag name="KSO_WM_UNIT_VALUE" val="60*60"/>
  <p:tag name="KSO_WM_DIAGRAM_GROUP_CODE" val="n1-1"/>
  <p:tag name="KSO_WM_UNIT_TYPE" val="n_h_h_x"/>
  <p:tag name="KSO_WM_UNIT_INDEX" val="1_2_1_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54.5869291338583,&quot;left&quot;:-0.44881889763779526,&quot;top&quot;:98.11307086614173,&quot;width&quot;:949.3150393700787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BEAUTIFY_FLAG" val="#wm#"/>
  <p:tag name="KSO_WM_UNIT_FILL_TYPE" val="1"/>
  <p:tag name="KSO_WM_UNIT_FILL_FORE_SCHEMECOLOR_INDEX" val="14"/>
  <p:tag name="KSO_WM_UNIT_FILL_FORE_SCHEMECOLOR_INDEX_BRIGHTNESS" val="0"/>
  <p:tag name="KSO_WM_UNIT_USESOURCEFORMAT_APPLY" val="1"/>
</p:tagLst>
</file>

<file path=ppt/tags/tag1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081_3*n_h_h_x*1_2_2_1"/>
  <p:tag name="KSO_WM_TEMPLATE_CATEGORY" val="diagram"/>
  <p:tag name="KSO_WM_TEMPLATE_INDEX" val="20231081"/>
  <p:tag name="KSO_WM_UNIT_LAYERLEVEL" val="1_1_1_1"/>
  <p:tag name="KSO_WM_TAG_VERSION" val="3.0"/>
  <p:tag name="KSO_WM_UNIT_VALUE" val="60*60"/>
  <p:tag name="KSO_WM_DIAGRAM_GROUP_CODE" val="n1-1"/>
  <p:tag name="KSO_WM_UNIT_TYPE" val="n_h_h_x"/>
  <p:tag name="KSO_WM_UNIT_INDEX" val="1_2_2_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54.5869291338583,&quot;left&quot;:-0.44881889763779526,&quot;top&quot;:98.11307086614173,&quot;width&quot;:949.3150393700787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BEAUTIFY_FLAG" val="#wm#"/>
  <p:tag name="KSO_WM_UNIT_FILL_TYPE" val="1"/>
  <p:tag name="KSO_WM_UNIT_FILL_FORE_SCHEMECOLOR_INDEX" val="14"/>
  <p:tag name="KSO_WM_UNIT_FILL_FORE_SCHEMECOLOR_INDEX_BRIGHTNESS" val="0"/>
  <p:tag name="KSO_WM_UNIT_USESOURCEFORMAT_APPLY" val="1"/>
</p:tagLst>
</file>

<file path=ppt/tags/tag160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VALUE" val="58*47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x"/>
  <p:tag name="KSO_WM_UNIT_INDEX" val="1_2_3_1"/>
  <p:tag name="KSO_WM_UNIT_ID" val="diagram20231081_3*n_h_h_x*1_2_3_1"/>
  <p:tag name="KSO_WM_TEMPLATE_CATEGORY" val="diagram"/>
  <p:tag name="KSO_WM_TEMPLATE_INDEX" val="20231081"/>
  <p:tag name="KSO_WM_UNIT_LAYERLEVEL" val="1_1_1_1"/>
  <p:tag name="KSO_WM_TAG_VERSION" val="3.0"/>
  <p:tag name="KSO_WM_DIAGRAM_MAX_ITEMCNT" val="6"/>
  <p:tag name="KSO_WM_DIAGRAM_MIN_ITEMCNT" val="2"/>
  <p:tag name="KSO_WM_DIAGRAM_VIRTUALLY_FRAME" val="{&quot;height&quot;:354.5869291338583,&quot;left&quot;:-0.44881889763779526,&quot;top&quot;:98.11307086614173,&quot;width&quot;:949.3150393700787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BEAUTIFY_FLAG" val="#wm#"/>
  <p:tag name="KSO_WM_UNIT_FILL_TYPE" val="1"/>
  <p:tag name="KSO_WM_UNIT_FILL_FORE_SCHEMECOLOR_INDEX" val="14"/>
  <p:tag name="KSO_WM_UNIT_FILL_FORE_SCHEMECOLOR_INDEX_BRIGHTNESS" val="0"/>
  <p:tag name="KSO_WM_UNIT_USESOURCEFORMAT_APPLY" val="1"/>
</p:tagLst>
</file>

<file path=ppt/tags/tag1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081_3*n_h_h_x*1_2_4_1"/>
  <p:tag name="KSO_WM_TEMPLATE_CATEGORY" val="diagram"/>
  <p:tag name="KSO_WM_TEMPLATE_INDEX" val="20231081"/>
  <p:tag name="KSO_WM_UNIT_LAYERLEVEL" val="1_1_1_1"/>
  <p:tag name="KSO_WM_TAG_VERSION" val="3.0"/>
  <p:tag name="KSO_WM_UNIT_VALUE" val="55*53"/>
  <p:tag name="KSO_WM_DIAGRAM_GROUP_CODE" val="n1-1"/>
  <p:tag name="KSO_WM_UNIT_TYPE" val="n_h_h_x"/>
  <p:tag name="KSO_WM_UNIT_INDEX" val="1_2_4_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54.5869291338583,&quot;left&quot;:-0.44881889763779526,&quot;top&quot;:98.11307086614173,&quot;width&quot;:949.3150393700787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BEAUTIFY_FLAG" val="#wm#"/>
  <p:tag name="KSO_WM_UNIT_FILL_TYPE" val="1"/>
  <p:tag name="KSO_WM_UNIT_FILL_FORE_SCHEMECOLOR_INDEX" val="14"/>
  <p:tag name="KSO_WM_UNIT_FILL_FORE_SCHEMECOLOR_INDEX_BRIGHTNESS" val="0"/>
  <p:tag name="KSO_WM_UNIT_USESOURCEFORMAT_APPLY" val="1"/>
</p:tagLst>
</file>

<file path=ppt/tags/tag162.xml><?xml version="1.0" encoding="utf-8"?>
<p:tagLst xmlns:p="http://schemas.openxmlformats.org/presentationml/2006/main">
  <p:tag name="KSO_WM_SLIDE_ID" val="diagram20231081_5"/>
  <p:tag name="KSO_WM_TEMPLATE_SUBCATEGORY" val="0"/>
  <p:tag name="KSO_WM_TEMPLATE_MASTER_TYPE" val="0"/>
  <p:tag name="KSO_WM_TEMPLATE_COLOR_TYPE" val="0"/>
  <p:tag name="KSO_WM_SLIDE_ITEM_CNT" val="6"/>
  <p:tag name="KSO_WM_SLIDE_INDEX" val="5"/>
  <p:tag name="KSO_WM_TAG_VERSION" val="3.0"/>
  <p:tag name="KSO_WM_BEAUTIFY_FLAG" val="#wm#"/>
  <p:tag name="KSO_WM_TEMPLATE_CATEGORY" val="diagram"/>
  <p:tag name="KSO_WM_TEMPLATE_INDEX" val="20231081"/>
  <p:tag name="KSO_WM_SLIDE_TYPE" val="text"/>
  <p:tag name="KSO_WM_SLIDE_SUBTYPE" val="diag"/>
  <p:tag name="KSO_WM_SLIDE_SIZE" val="843.8*294.3"/>
  <p:tag name="KSO_WM_SLIDE_POSITION" val="61.7*158.4"/>
  <p:tag name="KSO_WM_SLIDE_LAYOUT" val="a_n"/>
  <p:tag name="KSO_WM_SLIDE_LAYOUT_CNT" val="1_1"/>
  <p:tag name="KSO_WM_SPECIAL_SOURCE" val="bdnull"/>
  <p:tag name="KSO_WM_DIAGRAM_GROUP_CODE" val="n1-1"/>
  <p:tag name="KSO_WM_SLIDE_DIAGTYPE" val="n"/>
</p:tagLst>
</file>

<file path=ppt/tags/tag163.xml><?xml version="1.0" encoding="utf-8"?>
<p:tagLst xmlns:p="http://schemas.openxmlformats.org/presentationml/2006/main">
  <p:tag name="RESOURCE_RECORD_KEY" val="{&quot;13&quot;:[4685212]}"/>
</p:tagLst>
</file>

<file path=ppt/theme/theme1.xml><?xml version="1.0" encoding="utf-8"?>
<a:theme xmlns:a="http://schemas.openxmlformats.org/drawingml/2006/main" name="Office 主题">
  <a:themeElements>
    <a:clrScheme name="自定义 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384FF8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Gill Sans MT">
      <a:maj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4048</Words>
  <Application>WPS 演示</Application>
  <PresentationFormat>宽屏</PresentationFormat>
  <Paragraphs>297</Paragraphs>
  <Slides>23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18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23</vt:i4>
      </vt:variant>
    </vt:vector>
  </HeadingPairs>
  <TitlesOfParts>
    <vt:vector size="43" baseType="lpstr">
      <vt:lpstr>Arial</vt:lpstr>
      <vt:lpstr>宋体</vt:lpstr>
      <vt:lpstr>Wingdings</vt:lpstr>
      <vt:lpstr>vivo Sans</vt:lpstr>
      <vt:lpstr>vivo Sans Bold</vt:lpstr>
      <vt:lpstr>系统字体常规体</vt:lpstr>
      <vt:lpstr>Segoe Print</vt:lpstr>
      <vt:lpstr>微软雅黑</vt:lpstr>
      <vt:lpstr>vivo Sans</vt:lpstr>
      <vt:lpstr>vivo Sans Extrabold</vt:lpstr>
      <vt:lpstr>vivo Sans Medium</vt:lpstr>
      <vt:lpstr>等线</vt:lpstr>
      <vt:lpstr>华文中宋</vt:lpstr>
      <vt:lpstr>Gill Sans MT</vt:lpstr>
      <vt:lpstr>Arial Unicode MS</vt:lpstr>
      <vt:lpstr>等线 Light</vt:lpstr>
      <vt:lpstr>Calibri Light</vt:lpstr>
      <vt:lpstr>Calibri</vt:lpstr>
      <vt:lpstr>Office 主题</vt:lpstr>
      <vt:lpstr>Office 主题​​</vt:lpstr>
      <vt:lpstr>PowerPoint 演示文稿</vt:lpstr>
      <vt:lpstr>PowerPoint 演示文稿</vt:lpstr>
      <vt:lpstr>团队介绍</vt:lpstr>
      <vt:lpstr>PowerPoint 演示文稿</vt:lpstr>
      <vt:lpstr>作品简介</vt:lpstr>
      <vt:lpstr>理解用户输入意图</vt:lpstr>
      <vt:lpstr>作品简介</vt:lpstr>
      <vt:lpstr>PowerPoint 演示文稿</vt:lpstr>
      <vt:lpstr>PowerPoint 演示文稿</vt:lpstr>
      <vt:lpstr>PowerPoint 演示文稿</vt:lpstr>
      <vt:lpstr>PowerPoint 演示文稿</vt:lpstr>
      <vt:lpstr>作品策划</vt:lpstr>
      <vt:lpstr>作品策划</vt:lpstr>
      <vt:lpstr>产品设计思路</vt:lpstr>
      <vt:lpstr>产品设计思路</vt:lpstr>
      <vt:lpstr>产品设计思路</vt:lpstr>
      <vt:lpstr>产品设计思路</vt:lpstr>
      <vt:lpstr>产品设计思路-产品交互设计</vt:lpstr>
      <vt:lpstr>产品设计思路-涉及的 AI 能力</vt:lpstr>
      <vt:lpstr>作品策划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WPS_1177629243</cp:lastModifiedBy>
  <cp:revision>64</cp:revision>
  <dcterms:created xsi:type="dcterms:W3CDTF">2025-06-19T14:25:00Z</dcterms:created>
  <dcterms:modified xsi:type="dcterms:W3CDTF">2025-07-06T19:19:52Z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4B2ECAE2D8854FC6B4E7601F8E1089CC_13</vt:lpwstr>
  </property>
  <property fmtid="{D5CDD505-2E9C-101B-9397-08002B2CF9AE}" pid="3" name="KSOProductBuildVer">
    <vt:lpwstr>2052-12.1.0.21541</vt:lpwstr>
  </property>
</Properties>
</file>